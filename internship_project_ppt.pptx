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40"/>
  </p:notesMasterIdLst>
  <p:sldIdLst>
    <p:sldId id="328" r:id="rId2"/>
    <p:sldId id="256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6" r:id="rId14"/>
    <p:sldId id="297" r:id="rId15"/>
    <p:sldId id="299" r:id="rId16"/>
    <p:sldId id="300" r:id="rId17"/>
    <p:sldId id="294" r:id="rId18"/>
    <p:sldId id="295" r:id="rId19"/>
    <p:sldId id="301" r:id="rId20"/>
    <p:sldId id="302" r:id="rId21"/>
    <p:sldId id="304" r:id="rId22"/>
    <p:sldId id="305" r:id="rId23"/>
    <p:sldId id="306" r:id="rId24"/>
    <p:sldId id="307" r:id="rId25"/>
    <p:sldId id="308" r:id="rId26"/>
    <p:sldId id="309" r:id="rId27"/>
    <p:sldId id="314" r:id="rId28"/>
    <p:sldId id="310" r:id="rId29"/>
    <p:sldId id="315" r:id="rId30"/>
    <p:sldId id="316" r:id="rId31"/>
    <p:sldId id="317" r:id="rId32"/>
    <p:sldId id="320" r:id="rId33"/>
    <p:sldId id="321" r:id="rId34"/>
    <p:sldId id="322" r:id="rId35"/>
    <p:sldId id="323" r:id="rId36"/>
    <p:sldId id="324" r:id="rId37"/>
    <p:sldId id="325" r:id="rId38"/>
    <p:sldId id="32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438E9-68D9-4441-AA62-99EB20DE4063}">
          <p14:sldIdLst>
            <p14:sldId id="328"/>
            <p14:sldId id="256"/>
          </p14:sldIdLst>
        </p14:section>
        <p14:section name="A" id="{3A7DB584-349D-40F8-B3D6-ABE691627A4A}">
          <p14:sldIdLst>
            <p14:sldId id="284"/>
            <p14:sldId id="285"/>
          </p14:sldIdLst>
        </p14:section>
        <p14:section name="B" id="{3B4C2B88-748A-4CF8-A49D-122A5A5A76E9}">
          <p14:sldIdLst>
            <p14:sldId id="286"/>
            <p14:sldId id="287"/>
          </p14:sldIdLst>
        </p14:section>
        <p14:section name="C" id="{AA4AED47-1F60-48A1-B681-4946D767582D}">
          <p14:sldIdLst>
            <p14:sldId id="288"/>
            <p14:sldId id="289"/>
          </p14:sldIdLst>
        </p14:section>
        <p14:section name="D" id="{EF8171A5-E57E-45CA-B2C9-51F5704BF27E}">
          <p14:sldIdLst>
            <p14:sldId id="290"/>
            <p14:sldId id="291"/>
          </p14:sldIdLst>
        </p14:section>
        <p14:section name="E" id="{D9407E0D-7946-4865-929F-C56D169E733A}">
          <p14:sldIdLst>
            <p14:sldId id="292"/>
            <p14:sldId id="293"/>
          </p14:sldIdLst>
        </p14:section>
        <p14:section name="G" id="{550CC91B-F0BD-4A7C-B4CC-9610F92AEA5C}">
          <p14:sldIdLst>
            <p14:sldId id="296"/>
            <p14:sldId id="297"/>
          </p14:sldIdLst>
        </p14:section>
        <p14:section name="H" id="{FCA42783-3F8F-4CD5-A090-DCBD6A8DEB9B}">
          <p14:sldIdLst>
            <p14:sldId id="299"/>
            <p14:sldId id="300"/>
          </p14:sldIdLst>
        </p14:section>
        <p14:section name="F" id="{7EDDF376-B45F-4B98-9CA0-7D667B731A54}">
          <p14:sldIdLst>
            <p14:sldId id="294"/>
            <p14:sldId id="295"/>
          </p14:sldIdLst>
        </p14:section>
        <p14:section name="J" id="{77515974-D18D-4548-B85A-19FF6C4C1E20}">
          <p14:sldIdLst>
            <p14:sldId id="301"/>
            <p14:sldId id="302"/>
          </p14:sldIdLst>
        </p14:section>
        <p14:section name="k" id="{22BFE5E8-1200-4736-B389-CB99AD5B25E8}">
          <p14:sldIdLst>
            <p14:sldId id="304"/>
            <p14:sldId id="305"/>
          </p14:sldIdLst>
        </p14:section>
        <p14:section name="l" id="{7098316D-82BA-4C33-8047-22336C5E683A}">
          <p14:sldIdLst>
            <p14:sldId id="306"/>
            <p14:sldId id="307"/>
          </p14:sldIdLst>
        </p14:section>
        <p14:section name="M" id="{6434D3CD-26C9-4A40-A2B2-BEEE7611A473}">
          <p14:sldIdLst>
            <p14:sldId id="308"/>
            <p14:sldId id="309"/>
            <p14:sldId id="314"/>
            <p14:sldId id="310"/>
            <p14:sldId id="315"/>
          </p14:sldIdLst>
        </p14:section>
        <p14:section name="n" id="{35473400-EDD0-4F83-8FC0-F5FF9592B73B}">
          <p14:sldIdLst>
            <p14:sldId id="316"/>
            <p14:sldId id="317"/>
          </p14:sldIdLst>
        </p14:section>
        <p14:section name="o" id="{90647C96-4489-457D-9C6E-9FE587A117F3}">
          <p14:sldIdLst>
            <p14:sldId id="320"/>
            <p14:sldId id="321"/>
          </p14:sldIdLst>
        </p14:section>
        <p14:section name="p" id="{349C0AD4-3EBB-4478-B7D1-F364A930E769}">
          <p14:sldIdLst>
            <p14:sldId id="322"/>
            <p14:sldId id="323"/>
          </p14:sldIdLst>
        </p14:section>
        <p14:section name="Q" id="{686F4A1E-1922-4710-8F95-ADE244BE0E72}">
          <p14:sldIdLst>
            <p14:sldId id="324"/>
            <p14:sldId id="325"/>
          </p14:sldIdLst>
        </p14:section>
        <p14:section name="ew" id="{EA4E84C0-084C-4F17-BC41-3997A43CC96C}">
          <p14:sldIdLst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C3D"/>
    <a:srgbClr val="061B3A"/>
    <a:srgbClr val="FCFCFC"/>
    <a:srgbClr val="9ECBFC"/>
    <a:srgbClr val="0B2F3A"/>
    <a:srgbClr val="0C3745"/>
    <a:srgbClr val="F6BC54"/>
    <a:srgbClr val="EE7C2E"/>
    <a:srgbClr val="EF8943"/>
    <a:srgbClr val="F7C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376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7789C-2E4B-4631-A3E4-E662F657AF77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BDA95-FF27-46A1-B0AA-A37B9B165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18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7FD45-BF65-0F9C-5BE3-B6AC66152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A15FB-E96B-E3A0-A5A0-BAFD15975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3D2E5-51DF-1347-079C-8F43FF0D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87DBD-791D-13D2-90E2-69500479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29BB-2593-A1C9-24ED-C2EDACE9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652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F70-1A26-5A4A-D1D5-CEFA6794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0A90-3D76-A73C-5000-D39D8CF7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1311D-57E2-B16D-7C8D-B7C957FB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84BE8-661F-BCEF-0795-7366B9F8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0A6A5-BE90-7883-7101-B755BF66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2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F224-A691-2CE5-2848-F445AFB78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8FD94-AFC0-7779-1A03-6576E2601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45283-050B-7285-5794-098E8DBE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CCA2-DBBF-3AA6-C299-68E18A34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3B478-DCE5-7155-FF9E-70F5546C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64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32C9-20E5-D2C3-7EBB-0169FC3D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6642A-49FF-3CE0-204E-B625D7933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1541C-A5F8-C48D-B611-23489A7EC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15668-E0F7-D50F-DD6B-B98D148A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43FBA-F27B-E6BD-0CFD-9C66C49E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96F16-626F-8AB2-5B7A-058F7EB9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9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3C2F-EFC4-8180-2872-B026424F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83823-1FB3-5D1D-7981-8FE02F42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782E2-35BD-E1E0-10C4-2022B6481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FAF49-B404-A579-337A-E44F01871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1F137-9028-65F6-A57B-5C9D4718F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4D14D-E157-9A4B-7464-EC7A98BC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D4B09-9B57-9296-84DB-B02144D1C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BFEBB-8546-101C-FEF4-8B0D8207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95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C6216-1200-3670-D65E-C99581D8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DE756-BA15-38DB-4649-C6678F7B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1F24C-ED04-508F-64F8-083058E6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1D43E-4C06-FA50-8C2B-5044C309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F57DE-F858-8F47-DDCB-6B8508D2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4739C-3240-D2CA-C6F4-5E5AD806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8C727-1F22-F81B-B175-A7EBEA3F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6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9D70-2F26-05C4-E999-0B09C08B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63278-8FC7-BDC7-CC89-97773C85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D7DF8-7285-6589-7056-E949D3676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A3452-3DBF-D870-EE9E-081B019A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E3F07-2E50-2F70-E51F-E7DE2B7D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F7031-CFC3-2F0B-E1E8-6B38D8C5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74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CD57-59A3-B9C6-6B05-3B781C38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D0148-7476-18C7-D342-47E7AFBE6D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2862F-5F58-984C-B525-CABEA48D1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B3CBD-1C15-21B5-8649-51361A92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8CDA2-9792-EA2E-372E-2CB61D9A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9842B-A578-264D-B96A-5827AEC9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6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3EAE-F15D-ABF8-1C30-7C7EFB28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25B5A-B338-F8BF-A9D7-AEBE717A2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C5632-42C5-AA67-2FFA-D4B99239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B77E9-1769-5B69-17A3-249C9BA5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27F2-6C03-4500-2E81-7722058C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5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3593F-2300-2D8A-940A-0383C8F30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313FE-694D-AA21-0E2F-57BED2C08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D568E-2A92-FC28-D280-80AE96BB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445A-4D20-CDD9-425D-24B1BB55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2857E-38A2-E075-C3A0-4A885198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4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B8CC2-7FEC-9DEA-C41F-75A320FE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6DFEC-9094-99B4-1376-2CDD2A341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B6AB2-758B-AA32-916D-D204675DF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16D4D-173A-4387-BACE-D0255520DCC7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1FF2E-0D46-F0A2-F64B-0DCC04AC4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DAAC5-5ECF-3E89-F773-F3F773F23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EB1C8-316A-426B-A083-BBD77038B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83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11.xml"/><Relationship Id="rId18" Type="http://schemas.openxmlformats.org/officeDocument/2006/relationships/image" Target="../media/image11.png"/><Relationship Id="rId3" Type="http://schemas.openxmlformats.org/officeDocument/2006/relationships/image" Target="../media/image1.jp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image" Target="../media/image8.png"/><Relationship Id="rId17" Type="http://schemas.openxmlformats.org/officeDocument/2006/relationships/slide" Target="slide13.xml"/><Relationship Id="rId2" Type="http://schemas.openxmlformats.org/officeDocument/2006/relationships/image" Target="../media/image3.jpe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slide" Target="slide9.xml"/><Relationship Id="rId5" Type="http://schemas.openxmlformats.org/officeDocument/2006/relationships/slide" Target="slide3.xml"/><Relationship Id="rId15" Type="http://schemas.openxmlformats.org/officeDocument/2006/relationships/slide" Target="slide17.xml"/><Relationship Id="rId10" Type="http://schemas.openxmlformats.org/officeDocument/2006/relationships/image" Target="../media/image7.png"/><Relationship Id="rId19" Type="http://schemas.openxmlformats.org/officeDocument/2006/relationships/slide" Target="slide15.xml"/><Relationship Id="rId4" Type="http://schemas.openxmlformats.org/officeDocument/2006/relationships/image" Target="../media/image4.png"/><Relationship Id="rId9" Type="http://schemas.openxmlformats.org/officeDocument/2006/relationships/slide" Target="slide7.xml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slide" Target="slide11.xml"/><Relationship Id="rId18" Type="http://schemas.openxmlformats.org/officeDocument/2006/relationships/image" Target="../media/image11.png"/><Relationship Id="rId26" Type="http://schemas.openxmlformats.org/officeDocument/2006/relationships/image" Target="../media/image18.png"/><Relationship Id="rId3" Type="http://schemas.openxmlformats.org/officeDocument/2006/relationships/image" Target="../media/image1.jp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image" Target="../media/image15.png"/><Relationship Id="rId17" Type="http://schemas.openxmlformats.org/officeDocument/2006/relationships/slide" Target="slide13.xml"/><Relationship Id="rId25" Type="http://schemas.openxmlformats.org/officeDocument/2006/relationships/slide" Target="slide25.xml"/><Relationship Id="rId33" Type="http://schemas.openxmlformats.org/officeDocument/2006/relationships/slide" Target="slide36.xml"/><Relationship Id="rId2" Type="http://schemas.openxmlformats.org/officeDocument/2006/relationships/image" Target="../media/image3.jpe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slide" Target="slide9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5" Type="http://schemas.openxmlformats.org/officeDocument/2006/relationships/slide" Target="slide3.xml"/><Relationship Id="rId15" Type="http://schemas.openxmlformats.org/officeDocument/2006/relationships/slide" Target="slide17.xml"/><Relationship Id="rId23" Type="http://schemas.openxmlformats.org/officeDocument/2006/relationships/slide" Target="slide23.xml"/><Relationship Id="rId28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slide" Target="slide15.xml"/><Relationship Id="rId31" Type="http://schemas.openxmlformats.org/officeDocument/2006/relationships/slide" Target="slide34.xml"/><Relationship Id="rId4" Type="http://schemas.openxmlformats.org/officeDocument/2006/relationships/image" Target="../media/image13.png"/><Relationship Id="rId9" Type="http://schemas.openxmlformats.org/officeDocument/2006/relationships/slide" Target="slide7.xml"/><Relationship Id="rId14" Type="http://schemas.openxmlformats.org/officeDocument/2006/relationships/image" Target="../media/image9.png"/><Relationship Id="rId22" Type="http://schemas.openxmlformats.org/officeDocument/2006/relationships/image" Target="../media/image16.png"/><Relationship Id="rId27" Type="http://schemas.openxmlformats.org/officeDocument/2006/relationships/slide" Target="slide30.xml"/><Relationship Id="rId30" Type="http://schemas.openxmlformats.org/officeDocument/2006/relationships/image" Target="../media/image20.png"/><Relationship Id="rId8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slide" Target="slide11.xml"/><Relationship Id="rId18" Type="http://schemas.openxmlformats.org/officeDocument/2006/relationships/image" Target="../media/image11.png"/><Relationship Id="rId26" Type="http://schemas.openxmlformats.org/officeDocument/2006/relationships/image" Target="../media/image26.png"/><Relationship Id="rId3" Type="http://schemas.openxmlformats.org/officeDocument/2006/relationships/image" Target="../media/image1.jpg"/><Relationship Id="rId21" Type="http://schemas.openxmlformats.org/officeDocument/2006/relationships/slide" Target="slide19.xml"/><Relationship Id="rId7" Type="http://schemas.openxmlformats.org/officeDocument/2006/relationships/slide" Target="slide5.xml"/><Relationship Id="rId12" Type="http://schemas.openxmlformats.org/officeDocument/2006/relationships/image" Target="../media/image8.png"/><Relationship Id="rId17" Type="http://schemas.openxmlformats.org/officeDocument/2006/relationships/slide" Target="slide13.xml"/><Relationship Id="rId25" Type="http://schemas.openxmlformats.org/officeDocument/2006/relationships/slide" Target="slide25.xml"/><Relationship Id="rId33" Type="http://schemas.openxmlformats.org/officeDocument/2006/relationships/slide" Target="slide36.xml"/><Relationship Id="rId2" Type="http://schemas.openxmlformats.org/officeDocument/2006/relationships/image" Target="../media/image3.jpeg"/><Relationship Id="rId16" Type="http://schemas.openxmlformats.org/officeDocument/2006/relationships/image" Target="../media/image22.png"/><Relationship Id="rId20" Type="http://schemas.openxmlformats.org/officeDocument/2006/relationships/image" Target="../media/image23.png"/><Relationship Id="rId29" Type="http://schemas.openxmlformats.org/officeDocument/2006/relationships/slide" Target="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slide" Target="slide9.xml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5" Type="http://schemas.openxmlformats.org/officeDocument/2006/relationships/slide" Target="slide3.xml"/><Relationship Id="rId15" Type="http://schemas.openxmlformats.org/officeDocument/2006/relationships/slide" Target="slide17.xml"/><Relationship Id="rId23" Type="http://schemas.openxmlformats.org/officeDocument/2006/relationships/slide" Target="slide23.xml"/><Relationship Id="rId28" Type="http://schemas.openxmlformats.org/officeDocument/2006/relationships/image" Target="../media/image27.png"/><Relationship Id="rId10" Type="http://schemas.openxmlformats.org/officeDocument/2006/relationships/image" Target="../media/image7.png"/><Relationship Id="rId19" Type="http://schemas.openxmlformats.org/officeDocument/2006/relationships/slide" Target="slide15.xml"/><Relationship Id="rId31" Type="http://schemas.openxmlformats.org/officeDocument/2006/relationships/slide" Target="slide34.xml"/><Relationship Id="rId4" Type="http://schemas.openxmlformats.org/officeDocument/2006/relationships/image" Target="../media/image4.png"/><Relationship Id="rId9" Type="http://schemas.openxmlformats.org/officeDocument/2006/relationships/slide" Target="slide7.xml"/><Relationship Id="rId14" Type="http://schemas.openxmlformats.org/officeDocument/2006/relationships/image" Target="../media/image9.png"/><Relationship Id="rId22" Type="http://schemas.openxmlformats.org/officeDocument/2006/relationships/image" Target="../media/image24.png"/><Relationship Id="rId27" Type="http://schemas.openxmlformats.org/officeDocument/2006/relationships/slide" Target="slide30.xml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slide" Target="slide2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slide" Target="slide27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slide" Target="slide2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slide" Target="slide27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781750-D5D3-FC87-0B06-E1F1CB7528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2" b="-145"/>
          <a:stretch/>
        </p:blipFill>
        <p:spPr>
          <a:xfrm>
            <a:off x="-16934" y="0"/>
            <a:ext cx="12225867" cy="72474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CC29DB-E899-0438-444A-B17DD4C2E126}"/>
              </a:ext>
            </a:extLst>
          </p:cNvPr>
          <p:cNvSpPr/>
          <p:nvPr/>
        </p:nvSpPr>
        <p:spPr>
          <a:xfrm>
            <a:off x="2495550" y="-3577"/>
            <a:ext cx="7200900" cy="695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FA919D-1759-00AE-FDD9-CB3ECE78C4B5}"/>
              </a:ext>
            </a:extLst>
          </p:cNvPr>
          <p:cNvSpPr txBox="1"/>
          <p:nvPr/>
        </p:nvSpPr>
        <p:spPr>
          <a:xfrm>
            <a:off x="1016000" y="239674"/>
            <a:ext cx="1050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n>
                  <a:solidFill>
                    <a:schemeClr val="bg1"/>
                  </a:solidFill>
                </a:ln>
                <a:solidFill>
                  <a:srgbClr val="002060"/>
                </a:solidFill>
                <a:latin typeface="Berlin Sans FB Demi" panose="020E0802020502020306" pitchFamily="34" charset="0"/>
              </a:rPr>
              <a:t>MediCare</a:t>
            </a:r>
            <a:endParaRPr lang="en-IN" sz="5400" dirty="0">
              <a:ln>
                <a:solidFill>
                  <a:schemeClr val="bg1"/>
                </a:solidFill>
              </a:ln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2841B-BC25-1831-B9C6-274300E5FCEF}"/>
              </a:ext>
            </a:extLst>
          </p:cNvPr>
          <p:cNvSpPr txBox="1"/>
          <p:nvPr/>
        </p:nvSpPr>
        <p:spPr>
          <a:xfrm>
            <a:off x="4038600" y="1078444"/>
            <a:ext cx="527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- A Hospital Management System</a:t>
            </a:r>
            <a:endParaRPr lang="en-IN" sz="2400" dirty="0">
              <a:solidFill>
                <a:srgbClr val="002060"/>
              </a:solidFill>
            </a:endParaRPr>
          </a:p>
          <a:p>
            <a:endParaRPr lang="en-IN" sz="24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5389A-3774-A4FC-D2AF-03183060B99E}"/>
              </a:ext>
            </a:extLst>
          </p:cNvPr>
          <p:cNvSpPr txBox="1"/>
          <p:nvPr/>
        </p:nvSpPr>
        <p:spPr>
          <a:xfrm>
            <a:off x="3263900" y="3630777"/>
            <a:ext cx="62611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2060"/>
                </a:solidFill>
                <a:latin typeface="Arial Narrow" panose="020B0606020202030204" pitchFamily="34" charset="0"/>
              </a:rPr>
              <a:t>Abhinav Sharma</a:t>
            </a:r>
          </a:p>
          <a:p>
            <a:pPr algn="ctr"/>
            <a:r>
              <a:rPr lang="en-US" sz="4400" dirty="0">
                <a:solidFill>
                  <a:srgbClr val="002060"/>
                </a:solidFill>
                <a:latin typeface="Arial Narrow" panose="020B0606020202030204" pitchFamily="34" charset="0"/>
              </a:rPr>
              <a:t>BCA 3rd Year</a:t>
            </a:r>
          </a:p>
          <a:p>
            <a:pPr algn="ctr"/>
            <a:r>
              <a:rPr lang="en-US" sz="4400" dirty="0">
                <a:solidFill>
                  <a:srgbClr val="002060"/>
                </a:solidFill>
                <a:latin typeface="Arial Narrow" panose="020B0606020202030204" pitchFamily="34" charset="0"/>
              </a:rPr>
              <a:t>A-Batch</a:t>
            </a:r>
          </a:p>
          <a:p>
            <a:pPr algn="ctr"/>
            <a:r>
              <a:rPr lang="en-US" sz="4400" dirty="0">
                <a:solidFill>
                  <a:srgbClr val="002060"/>
                </a:solidFill>
                <a:latin typeface="Arial Narrow" panose="020B0606020202030204" pitchFamily="34" charset="0"/>
              </a:rPr>
              <a:t>FINAL YEAR PROJECT</a:t>
            </a:r>
            <a:endParaRPr lang="en-IN" sz="44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pic>
        <p:nvPicPr>
          <p:cNvPr id="4098" name="Picture 2" descr="image (640×395)">
            <a:extLst>
              <a:ext uri="{FF2B5EF4-FFF2-40B4-BE49-F238E27FC236}">
                <a16:creationId xmlns:a16="http://schemas.microsoft.com/office/drawing/2014/main" id="{5707DAED-0DE8-6884-D04C-7952831E3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1743814"/>
            <a:ext cx="2527300" cy="155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533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C1DA5D-C6CB-C825-695D-DBF698EF52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2" b="-145"/>
          <a:stretch/>
        </p:blipFill>
        <p:spPr>
          <a:xfrm>
            <a:off x="-16934" y="0"/>
            <a:ext cx="12225867" cy="72474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6B5ACB-9894-9745-F162-7C6BA5102DA6}"/>
              </a:ext>
            </a:extLst>
          </p:cNvPr>
          <p:cNvSpPr/>
          <p:nvPr/>
        </p:nvSpPr>
        <p:spPr>
          <a:xfrm>
            <a:off x="-16934" y="0"/>
            <a:ext cx="12225867" cy="7247466"/>
          </a:xfrm>
          <a:prstGeom prst="rect">
            <a:avLst/>
          </a:prstGeom>
          <a:solidFill>
            <a:schemeClr val="tx1">
              <a:lumMod val="95000"/>
              <a:lumOff val="5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1C83889B-747C-4E15-023F-5B9EF0A34FB8}"/>
              </a:ext>
            </a:extLst>
          </p:cNvPr>
          <p:cNvSpPr/>
          <p:nvPr/>
        </p:nvSpPr>
        <p:spPr>
          <a:xfrm>
            <a:off x="203200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27579A11-1F2B-9673-84C6-8B1EF59B851F}"/>
              </a:ext>
            </a:extLst>
          </p:cNvPr>
          <p:cNvSpPr/>
          <p:nvPr/>
        </p:nvSpPr>
        <p:spPr>
          <a:xfrm>
            <a:off x="2679700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1" name="Oval 10">
            <a:extLst>
              <a:ext uri="{FF2B5EF4-FFF2-40B4-BE49-F238E27FC236}">
                <a16:creationId xmlns:a16="http://schemas.microsoft.com/office/drawing/2014/main" id="{C70C3B33-0A62-8C7E-6018-2C676ECEA226}"/>
              </a:ext>
            </a:extLst>
          </p:cNvPr>
          <p:cNvSpPr/>
          <p:nvPr/>
        </p:nvSpPr>
        <p:spPr>
          <a:xfrm>
            <a:off x="5151966" y="2281767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A04B01AE-C751-9ECE-5BD5-7FB3B21A9FF1}"/>
              </a:ext>
            </a:extLst>
          </p:cNvPr>
          <p:cNvSpPr/>
          <p:nvPr/>
        </p:nvSpPr>
        <p:spPr>
          <a:xfrm>
            <a:off x="7624232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75C84A2D-AB79-ACF4-AD15-D3BD0F824FF5}"/>
              </a:ext>
            </a:extLst>
          </p:cNvPr>
          <p:cNvSpPr/>
          <p:nvPr/>
        </p:nvSpPr>
        <p:spPr>
          <a:xfrm>
            <a:off x="10096498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A7BEB707-BBB5-59DF-2268-66EE021DF099}"/>
              </a:ext>
            </a:extLst>
          </p:cNvPr>
          <p:cNvSpPr/>
          <p:nvPr/>
        </p:nvSpPr>
        <p:spPr>
          <a:xfrm>
            <a:off x="9058518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26328FA7-7822-67CE-F379-7D7A2510EE47}"/>
              </a:ext>
            </a:extLst>
          </p:cNvPr>
          <p:cNvSpPr/>
          <p:nvPr/>
        </p:nvSpPr>
        <p:spPr>
          <a:xfrm>
            <a:off x="6327532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8" name="Oval 17">
            <a:extLst>
              <a:ext uri="{FF2B5EF4-FFF2-40B4-BE49-F238E27FC236}">
                <a16:creationId xmlns:a16="http://schemas.microsoft.com/office/drawing/2014/main" id="{27CB3684-3243-D01F-3C19-160B668C4B99}"/>
              </a:ext>
            </a:extLst>
          </p:cNvPr>
          <p:cNvSpPr/>
          <p:nvPr/>
        </p:nvSpPr>
        <p:spPr>
          <a:xfrm>
            <a:off x="3942700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3" name="Oval 22">
            <a:extLst>
              <a:ext uri="{FF2B5EF4-FFF2-40B4-BE49-F238E27FC236}">
                <a16:creationId xmlns:a16="http://schemas.microsoft.com/office/drawing/2014/main" id="{4DD9016F-343A-7F69-0FF4-590EB574A631}"/>
              </a:ext>
            </a:extLst>
          </p:cNvPr>
          <p:cNvSpPr/>
          <p:nvPr/>
        </p:nvSpPr>
        <p:spPr>
          <a:xfrm>
            <a:off x="1513484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7" name="Section Zoom 36"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218235"/>
                  </p:ext>
                </p:extLst>
              </p:nvPr>
            </p:nvGraphicFramePr>
            <p:xfrm>
              <a:off x="5362975" y="2868751"/>
              <a:ext cx="1521982" cy="856115"/>
            </p:xfrm>
            <a:graphic>
              <a:graphicData uri="http://schemas.microsoft.com/office/powerpoint/2016/sectionzoom">
                <psez:sectionZm>
                  <psez:sectionZmObj sectionId="{3A7DB584-349D-40F8-B3D6-ABE691627A4A}">
                    <psez:zmPr id="{D3746402-9128-4C87-B717-4F742D57CC77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1982" cy="85611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7" name="Section Zoom 3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2975" y="2868751"/>
                <a:ext cx="1521982" cy="856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9" name="Section Zoom 38"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7722640"/>
                  </p:ext>
                </p:extLst>
              </p:nvPr>
            </p:nvGraphicFramePr>
            <p:xfrm>
              <a:off x="4326347" y="5155217"/>
              <a:ext cx="1176705" cy="661897"/>
            </p:xfrm>
            <a:graphic>
              <a:graphicData uri="http://schemas.microsoft.com/office/powerpoint/2016/sectionzoom">
                <psez:sectionZm>
                  <psez:sectionZmObj sectionId="{3B4C2B88-748A-4CF8-A49D-122A5A5A76E9}">
                    <psez:zmPr id="{2067C166-7AF6-4040-8724-A427887C9B89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76705" cy="661897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9" name="Section Zoom 3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6347" y="5155217"/>
                <a:ext cx="1176705" cy="661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1" name="Section Zoom 40"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3007717"/>
                  </p:ext>
                </p:extLst>
              </p:nvPr>
            </p:nvGraphicFramePr>
            <p:xfrm>
              <a:off x="6629725" y="5269516"/>
              <a:ext cx="1339614" cy="753533"/>
            </p:xfrm>
            <a:graphic>
              <a:graphicData uri="http://schemas.microsoft.com/office/powerpoint/2016/sectionzoom">
                <psez:sectionZm>
                  <psez:sectionZmObj sectionId="{AA4AED47-1F60-48A1-B681-4946D767582D}">
                    <psez:zmPr id="{70AF7DA1-C0ED-43D9-8506-A16084BB9DD2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39614" cy="7535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1" name="Section Zoom 4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9725" y="5269516"/>
                <a:ext cx="1339614" cy="753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3" name="Section Zoom 42"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1572153"/>
                  </p:ext>
                </p:extLst>
              </p:nvPr>
            </p:nvGraphicFramePr>
            <p:xfrm>
              <a:off x="9300670" y="5247900"/>
              <a:ext cx="1459696" cy="821079"/>
            </p:xfrm>
            <a:graphic>
              <a:graphicData uri="http://schemas.microsoft.com/office/powerpoint/2016/sectionzoom">
                <psez:sectionZm>
                  <psez:sectionZmObj sectionId="{EF8171A5-E57E-45CA-B2C9-51F5704BF27E}">
                    <psez:zmPr id="{E70005E7-5B74-4B85-9FAB-16A7D3973DC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59696" cy="82107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3" name="Section Zoom 4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00670" y="5247900"/>
                <a:ext cx="1459696" cy="821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5" name="Section Zoom 44"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185528"/>
                  </p:ext>
                </p:extLst>
              </p:nvPr>
            </p:nvGraphicFramePr>
            <p:xfrm>
              <a:off x="2838959" y="2828611"/>
              <a:ext cx="1593341" cy="896255"/>
            </p:xfrm>
            <a:graphic>
              <a:graphicData uri="http://schemas.microsoft.com/office/powerpoint/2016/sectionzoom">
                <psez:sectionZm>
                  <psez:sectionZmObj sectionId="{D9407E0D-7946-4865-929F-C56D169E733A}">
                    <psez:zmPr id="{6A144CC6-68BC-4E6C-9796-D01DA42576D3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3341" cy="89625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5" name="Section Zoom 4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38959" y="2828611"/>
                <a:ext cx="1593341" cy="896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7" name="Section Zoom 46"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45729"/>
                  </p:ext>
                </p:extLst>
              </p:nvPr>
            </p:nvGraphicFramePr>
            <p:xfrm>
              <a:off x="1624116" y="5047753"/>
              <a:ext cx="1639784" cy="922378"/>
            </p:xfrm>
            <a:graphic>
              <a:graphicData uri="http://schemas.microsoft.com/office/powerpoint/2016/sectionzoom">
                <psez:sectionZm>
                  <psez:sectionZmObj sectionId="{7EDDF376-B45F-4B98-9CA0-7D667B731A54}">
                    <psez:zmPr id="{FC0A3391-79C6-415C-8CA3-1208F438C760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9784" cy="92237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7" name="Section Zoom 4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24116" y="5047753"/>
                <a:ext cx="1639784" cy="922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9" name="Section Zoom 48"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2563695"/>
                  </p:ext>
                </p:extLst>
              </p:nvPr>
            </p:nvGraphicFramePr>
            <p:xfrm>
              <a:off x="7790869" y="2843791"/>
              <a:ext cx="1610725" cy="906033"/>
            </p:xfrm>
            <a:graphic>
              <a:graphicData uri="http://schemas.microsoft.com/office/powerpoint/2016/sectionzoom">
                <psez:sectionZm>
                  <psez:sectionZmObj sectionId="{550CC91B-F0BD-4A7C-B4CC-9610F92AEA5C}">
                    <psez:zmPr id="{DDDEE8F2-E9D3-4181-9611-1F6D081A6182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0725" cy="9060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9" name="Section Zoom 48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90869" y="2843791"/>
                <a:ext cx="1610725" cy="906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1" name="Section Zoom 50"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5213232"/>
                  </p:ext>
                </p:extLst>
              </p:nvPr>
            </p:nvGraphicFramePr>
            <p:xfrm>
              <a:off x="358461" y="2793160"/>
              <a:ext cx="1637712" cy="921213"/>
            </p:xfrm>
            <a:graphic>
              <a:graphicData uri="http://schemas.microsoft.com/office/powerpoint/2016/sectionzoom">
                <psez:sectionZm>
                  <psez:sectionZmObj sectionId="{FCA42783-3F8F-4CD5-A090-DCBD6A8DEB9B}">
                    <psez:zmPr id="{3B890E18-5575-4148-8359-0CB0505BA429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7712" cy="92121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1" name="Section Zoom 5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8461" y="2793160"/>
                <a:ext cx="1637712" cy="921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3" name="Section Zoom 52"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6247556"/>
                  </p:ext>
                </p:extLst>
              </p:nvPr>
            </p:nvGraphicFramePr>
            <p:xfrm>
              <a:off x="10309539" y="2875333"/>
              <a:ext cx="1524000" cy="857250"/>
            </p:xfrm>
            <a:graphic>
              <a:graphicData uri="http://schemas.microsoft.com/office/powerpoint/2016/sectionzoom">
                <psez:sectionZm>
                  <psez:sectionZmObj sectionId="{77515974-D18D-4548-B85A-19FF6C4C1E20}">
                    <psez:zmPr id="{97DC5D3B-FA49-4C26-A6F3-4BA1E142CB50}" transitionDur="1000" showBg="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4000" cy="85725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3" name="Section Zoom 52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309539" y="2875333"/>
                <a:ext cx="1524000" cy="85725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AD70DDEC-0C8F-0F6B-673F-B39E9F2053B0}"/>
              </a:ext>
            </a:extLst>
          </p:cNvPr>
          <p:cNvSpPr txBox="1"/>
          <p:nvPr/>
        </p:nvSpPr>
        <p:spPr>
          <a:xfrm>
            <a:off x="1454870" y="380037"/>
            <a:ext cx="908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Table Of Contents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056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0" y="782122"/>
            <a:ext cx="10782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Project</a:t>
            </a:r>
            <a:endParaRPr lang="en-IN" sz="16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B61B0-1522-13B0-ED8F-705C8C0D18A9}"/>
              </a:ext>
            </a:extLst>
          </p:cNvPr>
          <p:cNvSpPr txBox="1"/>
          <p:nvPr/>
        </p:nvSpPr>
        <p:spPr>
          <a:xfrm>
            <a:off x="704850" y="3429000"/>
            <a:ext cx="10782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Description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346610B-604E-E3DF-6DEE-EAD8BAEA9959}"/>
              </a:ext>
            </a:extLst>
          </p:cNvPr>
          <p:cNvGrpSpPr/>
          <p:nvPr/>
        </p:nvGrpSpPr>
        <p:grpSpPr>
          <a:xfrm>
            <a:off x="6355068" y="7384743"/>
            <a:ext cx="5373384" cy="5223360"/>
            <a:chOff x="6428200" y="1136343"/>
            <a:chExt cx="5373384" cy="522336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1C7A9B2-AA35-B024-22C7-454A9042BAD1}"/>
                </a:ext>
              </a:extLst>
            </p:cNvPr>
            <p:cNvSpPr/>
            <p:nvPr/>
          </p:nvSpPr>
          <p:spPr>
            <a:xfrm>
              <a:off x="6428200" y="1136343"/>
              <a:ext cx="5373384" cy="52233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2" name="Text 21">
              <a:extLst>
                <a:ext uri="{FF2B5EF4-FFF2-40B4-BE49-F238E27FC236}">
                  <a16:creationId xmlns:a16="http://schemas.microsoft.com/office/drawing/2014/main" id="{F02E3DE4-8424-6BFB-E2D6-945713719CD9}"/>
                </a:ext>
              </a:extLst>
            </p:cNvPr>
            <p:cNvSpPr/>
            <p:nvPr/>
          </p:nvSpPr>
          <p:spPr>
            <a:xfrm>
              <a:off x="6562424" y="1253349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Technology Stack</a:t>
              </a: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3" name="Text 24">
              <a:extLst>
                <a:ext uri="{FF2B5EF4-FFF2-40B4-BE49-F238E27FC236}">
                  <a16:creationId xmlns:a16="http://schemas.microsoft.com/office/drawing/2014/main" id="{E462C17B-860A-BC91-B7A4-7F7CFDCF90D1}"/>
                </a:ext>
              </a:extLst>
            </p:cNvPr>
            <p:cNvSpPr/>
            <p:nvPr/>
          </p:nvSpPr>
          <p:spPr>
            <a:xfrm>
              <a:off x="8624878" y="2132599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 + Flask Framework</a:t>
              </a:r>
              <a:endParaRPr lang="en-US" dirty="0"/>
            </a:p>
          </p:txBody>
        </p:sp>
        <p:sp>
          <p:nvSpPr>
            <p:cNvPr id="104" name="Text 27">
              <a:extLst>
                <a:ext uri="{FF2B5EF4-FFF2-40B4-BE49-F238E27FC236}">
                  <a16:creationId xmlns:a16="http://schemas.microsoft.com/office/drawing/2014/main" id="{B4D38151-36FC-569E-3653-7F849FFEEE93}"/>
                </a:ext>
              </a:extLst>
            </p:cNvPr>
            <p:cNvSpPr/>
            <p:nvPr/>
          </p:nvSpPr>
          <p:spPr>
            <a:xfrm>
              <a:off x="8576887" y="2444613"/>
              <a:ext cx="3091129" cy="316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sp>
          <p:nvSpPr>
            <p:cNvPr id="105" name="Text 30">
              <a:extLst>
                <a:ext uri="{FF2B5EF4-FFF2-40B4-BE49-F238E27FC236}">
                  <a16:creationId xmlns:a16="http://schemas.microsoft.com/office/drawing/2014/main" id="{636B5EA5-E6DC-C313-DD80-13FF49CD16F6}"/>
                </a:ext>
              </a:extLst>
            </p:cNvPr>
            <p:cNvSpPr/>
            <p:nvPr/>
          </p:nvSpPr>
          <p:spPr>
            <a:xfrm>
              <a:off x="8576888" y="3020923"/>
              <a:ext cx="3091130" cy="316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106" name="Text 33">
              <a:extLst>
                <a:ext uri="{FF2B5EF4-FFF2-40B4-BE49-F238E27FC236}">
                  <a16:creationId xmlns:a16="http://schemas.microsoft.com/office/drawing/2014/main" id="{A851412D-575E-FB16-4D56-DC3E1179FFE7}"/>
                </a:ext>
              </a:extLst>
            </p:cNvPr>
            <p:cNvSpPr/>
            <p:nvPr/>
          </p:nvSpPr>
          <p:spPr>
            <a:xfrm>
              <a:off x="8598272" y="3485411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7" name="Text 36">
              <a:extLst>
                <a:ext uri="{FF2B5EF4-FFF2-40B4-BE49-F238E27FC236}">
                  <a16:creationId xmlns:a16="http://schemas.microsoft.com/office/drawing/2014/main" id="{EE7504E9-3044-B3FA-E000-9023A834570B}"/>
                </a:ext>
              </a:extLst>
            </p:cNvPr>
            <p:cNvSpPr/>
            <p:nvPr/>
          </p:nvSpPr>
          <p:spPr>
            <a:xfrm>
              <a:off x="8811235" y="4170653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08" name="Text 39">
              <a:extLst>
                <a:ext uri="{FF2B5EF4-FFF2-40B4-BE49-F238E27FC236}">
                  <a16:creationId xmlns:a16="http://schemas.microsoft.com/office/drawing/2014/main" id="{3AF501FA-0923-2E10-7B45-53A70F878307}"/>
                </a:ext>
              </a:extLst>
            </p:cNvPr>
            <p:cNvSpPr/>
            <p:nvPr/>
          </p:nvSpPr>
          <p:spPr>
            <a:xfrm>
              <a:off x="8707006" y="4720243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09" name="Text 42">
              <a:extLst>
                <a:ext uri="{FF2B5EF4-FFF2-40B4-BE49-F238E27FC236}">
                  <a16:creationId xmlns:a16="http://schemas.microsoft.com/office/drawing/2014/main" id="{775A0C59-23EF-3231-6432-E547541A0BA9}"/>
                </a:ext>
              </a:extLst>
            </p:cNvPr>
            <p:cNvSpPr/>
            <p:nvPr/>
          </p:nvSpPr>
          <p:spPr>
            <a:xfrm>
              <a:off x="8707006" y="5259605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10" name="Shape 40">
              <a:extLst>
                <a:ext uri="{FF2B5EF4-FFF2-40B4-BE49-F238E27FC236}">
                  <a16:creationId xmlns:a16="http://schemas.microsoft.com/office/drawing/2014/main" id="{871A1D6E-2407-53B9-CD9A-230B50797FE8}"/>
                </a:ext>
              </a:extLst>
            </p:cNvPr>
            <p:cNvSpPr/>
            <p:nvPr/>
          </p:nvSpPr>
          <p:spPr>
            <a:xfrm>
              <a:off x="6610414" y="2077504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1" name="Shape 40">
              <a:extLst>
                <a:ext uri="{FF2B5EF4-FFF2-40B4-BE49-F238E27FC236}">
                  <a16:creationId xmlns:a16="http://schemas.microsoft.com/office/drawing/2014/main" id="{89AA834C-75E9-769E-F218-2AD12892B317}"/>
                </a:ext>
              </a:extLst>
            </p:cNvPr>
            <p:cNvSpPr/>
            <p:nvPr/>
          </p:nvSpPr>
          <p:spPr>
            <a:xfrm>
              <a:off x="6610414" y="2640330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2" name="Shape 40">
              <a:extLst>
                <a:ext uri="{FF2B5EF4-FFF2-40B4-BE49-F238E27FC236}">
                  <a16:creationId xmlns:a16="http://schemas.microsoft.com/office/drawing/2014/main" id="{EBCA0ED9-39B5-8505-5B83-000FF31E8987}"/>
                </a:ext>
              </a:extLst>
            </p:cNvPr>
            <p:cNvSpPr/>
            <p:nvPr/>
          </p:nvSpPr>
          <p:spPr>
            <a:xfrm>
              <a:off x="6610414" y="3217580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3" name="Shape 40">
              <a:extLst>
                <a:ext uri="{FF2B5EF4-FFF2-40B4-BE49-F238E27FC236}">
                  <a16:creationId xmlns:a16="http://schemas.microsoft.com/office/drawing/2014/main" id="{F21D0FE3-8033-9C7A-7E52-7225C2272D47}"/>
                </a:ext>
              </a:extLst>
            </p:cNvPr>
            <p:cNvSpPr/>
            <p:nvPr/>
          </p:nvSpPr>
          <p:spPr>
            <a:xfrm>
              <a:off x="6610414" y="3787732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4" name="Shape 40">
              <a:extLst>
                <a:ext uri="{FF2B5EF4-FFF2-40B4-BE49-F238E27FC236}">
                  <a16:creationId xmlns:a16="http://schemas.microsoft.com/office/drawing/2014/main" id="{F28C1F04-A519-3EDB-4062-7690CCA82A09}"/>
                </a:ext>
              </a:extLst>
            </p:cNvPr>
            <p:cNvSpPr/>
            <p:nvPr/>
          </p:nvSpPr>
          <p:spPr>
            <a:xfrm>
              <a:off x="6610414" y="4366876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5" name="Shape 40">
              <a:extLst>
                <a:ext uri="{FF2B5EF4-FFF2-40B4-BE49-F238E27FC236}">
                  <a16:creationId xmlns:a16="http://schemas.microsoft.com/office/drawing/2014/main" id="{1C68D21C-4B83-D621-85F8-D9B9EE05DBAB}"/>
                </a:ext>
              </a:extLst>
            </p:cNvPr>
            <p:cNvSpPr/>
            <p:nvPr/>
          </p:nvSpPr>
          <p:spPr>
            <a:xfrm>
              <a:off x="6610414" y="4937414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6" name="Shape 40">
              <a:extLst>
                <a:ext uri="{FF2B5EF4-FFF2-40B4-BE49-F238E27FC236}">
                  <a16:creationId xmlns:a16="http://schemas.microsoft.com/office/drawing/2014/main" id="{459A10D8-0C3C-3A3D-46F6-D35024686C3D}"/>
                </a:ext>
              </a:extLst>
            </p:cNvPr>
            <p:cNvSpPr/>
            <p:nvPr/>
          </p:nvSpPr>
          <p:spPr>
            <a:xfrm>
              <a:off x="6610414" y="5515081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9754F18-3BDF-E04F-31CB-00A655DCDC0B}"/>
                </a:ext>
              </a:extLst>
            </p:cNvPr>
            <p:cNvSpPr txBox="1"/>
            <p:nvPr/>
          </p:nvSpPr>
          <p:spPr>
            <a:xfrm>
              <a:off x="6723111" y="2122143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Backend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1D250EC-F7ED-2205-88C4-F3814240C852}"/>
                </a:ext>
              </a:extLst>
            </p:cNvPr>
            <p:cNvSpPr txBox="1"/>
            <p:nvPr/>
          </p:nvSpPr>
          <p:spPr>
            <a:xfrm>
              <a:off x="6747894" y="555077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IDE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CB72CED-14D3-DBDC-E6C9-2796DFE0EAF8}"/>
                </a:ext>
              </a:extLst>
            </p:cNvPr>
            <p:cNvSpPr txBox="1"/>
            <p:nvPr/>
          </p:nvSpPr>
          <p:spPr>
            <a:xfrm>
              <a:off x="6753423" y="2704285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Database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6674F69-30E2-EE1E-4C9E-FB2B7B316F35}"/>
                </a:ext>
              </a:extLst>
            </p:cNvPr>
            <p:cNvSpPr txBox="1"/>
            <p:nvPr/>
          </p:nvSpPr>
          <p:spPr>
            <a:xfrm>
              <a:off x="6702227" y="324786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Frontend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80F4333-D518-F91C-8850-6B5E16B14C04}"/>
                </a:ext>
              </a:extLst>
            </p:cNvPr>
            <p:cNvSpPr txBox="1"/>
            <p:nvPr/>
          </p:nvSpPr>
          <p:spPr>
            <a:xfrm>
              <a:off x="6729276" y="499128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Sessions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E43989F-3677-DCA7-3BC0-3642C55D512D}"/>
                </a:ext>
              </a:extLst>
            </p:cNvPr>
            <p:cNvSpPr txBox="1"/>
            <p:nvPr/>
          </p:nvSpPr>
          <p:spPr>
            <a:xfrm>
              <a:off x="6723111" y="4421410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Security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B3E3669-08D7-C7BC-4271-2F28C5499750}"/>
                </a:ext>
              </a:extLst>
            </p:cNvPr>
            <p:cNvSpPr txBox="1"/>
            <p:nvPr/>
          </p:nvSpPr>
          <p:spPr>
            <a:xfrm>
              <a:off x="6753423" y="3843704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Templating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24" name="Text 24">
              <a:extLst>
                <a:ext uri="{FF2B5EF4-FFF2-40B4-BE49-F238E27FC236}">
                  <a16:creationId xmlns:a16="http://schemas.microsoft.com/office/drawing/2014/main" id="{92046D1B-A62C-41C7-52C4-1F0B4F95F81E}"/>
                </a:ext>
              </a:extLst>
            </p:cNvPr>
            <p:cNvSpPr/>
            <p:nvPr/>
          </p:nvSpPr>
          <p:spPr>
            <a:xfrm>
              <a:off x="8629215" y="2699914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SQlite3</a:t>
              </a:r>
            </a:p>
          </p:txBody>
        </p:sp>
        <p:sp>
          <p:nvSpPr>
            <p:cNvPr id="125" name="Text 24">
              <a:extLst>
                <a:ext uri="{FF2B5EF4-FFF2-40B4-BE49-F238E27FC236}">
                  <a16:creationId xmlns:a16="http://schemas.microsoft.com/office/drawing/2014/main" id="{1BD97E31-109F-37D8-3F73-28AE48C8AAF6}"/>
                </a:ext>
              </a:extLst>
            </p:cNvPr>
            <p:cNvSpPr/>
            <p:nvPr/>
          </p:nvSpPr>
          <p:spPr>
            <a:xfrm>
              <a:off x="8624878" y="3267366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HTML5 , CSS3 , JavaScript</a:t>
              </a:r>
            </a:p>
          </p:txBody>
        </p:sp>
        <p:sp>
          <p:nvSpPr>
            <p:cNvPr id="126" name="Text 24">
              <a:extLst>
                <a:ext uri="{FF2B5EF4-FFF2-40B4-BE49-F238E27FC236}">
                  <a16:creationId xmlns:a16="http://schemas.microsoft.com/office/drawing/2014/main" id="{56F20313-76DE-583C-CA86-E30D26736B5F}"/>
                </a:ext>
              </a:extLst>
            </p:cNvPr>
            <p:cNvSpPr/>
            <p:nvPr/>
          </p:nvSpPr>
          <p:spPr>
            <a:xfrm>
              <a:off x="8624878" y="3843704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Jinja2</a:t>
              </a:r>
            </a:p>
          </p:txBody>
        </p:sp>
        <p:sp>
          <p:nvSpPr>
            <p:cNvPr id="127" name="Text 24">
              <a:extLst>
                <a:ext uri="{FF2B5EF4-FFF2-40B4-BE49-F238E27FC236}">
                  <a16:creationId xmlns:a16="http://schemas.microsoft.com/office/drawing/2014/main" id="{A705252E-350F-A2DF-6BE1-6087F6DD0C6A}"/>
                </a:ext>
              </a:extLst>
            </p:cNvPr>
            <p:cNvSpPr/>
            <p:nvPr/>
          </p:nvSpPr>
          <p:spPr>
            <a:xfrm>
              <a:off x="8624878" y="4431867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Werkzeug password hashing</a:t>
              </a:r>
              <a:endParaRPr lang="en-US" sz="1800" dirty="0"/>
            </a:p>
          </p:txBody>
        </p:sp>
        <p:sp>
          <p:nvSpPr>
            <p:cNvPr id="128" name="Text 24">
              <a:extLst>
                <a:ext uri="{FF2B5EF4-FFF2-40B4-BE49-F238E27FC236}">
                  <a16:creationId xmlns:a16="http://schemas.microsoft.com/office/drawing/2014/main" id="{166DCBB7-5298-60B3-2853-4C96EFDD1DF7}"/>
                </a:ext>
              </a:extLst>
            </p:cNvPr>
            <p:cNvSpPr/>
            <p:nvPr/>
          </p:nvSpPr>
          <p:spPr>
            <a:xfrm>
              <a:off x="8624878" y="4998091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session management</a:t>
              </a:r>
              <a:endParaRPr lang="en-US" dirty="0"/>
            </a:p>
          </p:txBody>
        </p:sp>
        <p:sp>
          <p:nvSpPr>
            <p:cNvPr id="129" name="Text 24">
              <a:extLst>
                <a:ext uri="{FF2B5EF4-FFF2-40B4-BE49-F238E27FC236}">
                  <a16:creationId xmlns:a16="http://schemas.microsoft.com/office/drawing/2014/main" id="{518D9660-2A6D-CE22-24F7-71102AE172E6}"/>
                </a:ext>
              </a:extLst>
            </p:cNvPr>
            <p:cNvSpPr/>
            <p:nvPr/>
          </p:nvSpPr>
          <p:spPr>
            <a:xfrm>
              <a:off x="8624877" y="5538390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Studio Code</a:t>
              </a:r>
              <a:endParaRPr lang="en-US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D1A2365-4FE8-97F0-25AD-E5BF7D0B067E}"/>
              </a:ext>
            </a:extLst>
          </p:cNvPr>
          <p:cNvGrpSpPr/>
          <p:nvPr/>
        </p:nvGrpSpPr>
        <p:grpSpPr>
          <a:xfrm>
            <a:off x="450850" y="7384743"/>
            <a:ext cx="5373384" cy="5223360"/>
            <a:chOff x="523982" y="1136343"/>
            <a:chExt cx="5373384" cy="522336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47D67D6-9AD6-11B3-9FFB-8F206D38BA7D}"/>
                </a:ext>
              </a:extLst>
            </p:cNvPr>
            <p:cNvSpPr/>
            <p:nvPr/>
          </p:nvSpPr>
          <p:spPr>
            <a:xfrm>
              <a:off x="523982" y="1136343"/>
              <a:ext cx="5373384" cy="52233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  <a:p>
              <a:pPr algn="just"/>
              <a:endParaRPr lang="en-US" dirty="0"/>
            </a:p>
            <a:p>
              <a:endParaRPr lang="en-IN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E5FB5ED-8ADD-1400-0AAF-76E89D460E17}"/>
                </a:ext>
              </a:extLst>
            </p:cNvPr>
            <p:cNvSpPr/>
            <p:nvPr/>
          </p:nvSpPr>
          <p:spPr>
            <a:xfrm>
              <a:off x="775698" y="4310289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1DDE6E7-5A32-BA9D-C3E0-932342448653}"/>
                </a:ext>
              </a:extLst>
            </p:cNvPr>
            <p:cNvSpPr/>
            <p:nvPr/>
          </p:nvSpPr>
          <p:spPr>
            <a:xfrm>
              <a:off x="775698" y="4802940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D03D9CB-0E5B-D0AC-38C1-586FB81C520F}"/>
                </a:ext>
              </a:extLst>
            </p:cNvPr>
            <p:cNvSpPr/>
            <p:nvPr/>
          </p:nvSpPr>
          <p:spPr>
            <a:xfrm>
              <a:off x="775698" y="5283960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05AAAD8-7DC4-17D3-CD1E-D064D3B8FDD1}"/>
                </a:ext>
              </a:extLst>
            </p:cNvPr>
            <p:cNvSpPr/>
            <p:nvPr/>
          </p:nvSpPr>
          <p:spPr>
            <a:xfrm>
              <a:off x="775698" y="5772078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B0284BD-08D7-0635-CC82-A002330CB0BA}"/>
                </a:ext>
              </a:extLst>
            </p:cNvPr>
            <p:cNvSpPr txBox="1"/>
            <p:nvPr/>
          </p:nvSpPr>
          <p:spPr>
            <a:xfrm>
              <a:off x="756433" y="4325925"/>
              <a:ext cx="19913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👨‍💼 </a:t>
              </a: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</a:t>
              </a:r>
              <a:endParaRPr lang="en-US" dirty="0">
                <a:solidFill>
                  <a:schemeClr val="bg1"/>
                </a:solidFill>
              </a:endParaRPr>
            </a:p>
            <a:p>
              <a:endParaRPr lang="en-IN" sz="24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E8C892D-10BE-BB31-8CF0-D0E3571E617D}"/>
                </a:ext>
              </a:extLst>
            </p:cNvPr>
            <p:cNvSpPr txBox="1"/>
            <p:nvPr/>
          </p:nvSpPr>
          <p:spPr>
            <a:xfrm>
              <a:off x="768419" y="4824622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🩺 Doctor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7413150-C3E7-0A72-31C2-77814AD61316}"/>
                </a:ext>
              </a:extLst>
            </p:cNvPr>
            <p:cNvSpPr txBox="1"/>
            <p:nvPr/>
          </p:nvSpPr>
          <p:spPr>
            <a:xfrm>
              <a:off x="768419" y="5319841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🏥 Staff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A439371-E35B-945F-29BA-BC503324A541}"/>
                </a:ext>
              </a:extLst>
            </p:cNvPr>
            <p:cNvSpPr txBox="1"/>
            <p:nvPr/>
          </p:nvSpPr>
          <p:spPr>
            <a:xfrm>
              <a:off x="756433" y="5808860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🙋 Patient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EF8D72F-6FAC-9538-4B8E-B18E33F712F5}"/>
                </a:ext>
              </a:extLst>
            </p:cNvPr>
            <p:cNvSpPr txBox="1"/>
            <p:nvPr/>
          </p:nvSpPr>
          <p:spPr>
            <a:xfrm>
              <a:off x="3199874" y="4361789"/>
              <a:ext cx="2331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Full System Control</a:t>
              </a:r>
              <a:endParaRPr lang="en-IN" sz="16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AAA5D80-5454-0E29-C510-7E3241DE0B44}"/>
                </a:ext>
              </a:extLst>
            </p:cNvPr>
            <p:cNvSpPr txBox="1"/>
            <p:nvPr/>
          </p:nvSpPr>
          <p:spPr>
            <a:xfrm>
              <a:off x="3210673" y="5313610"/>
              <a:ext cx="2331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Attendance And Salary</a:t>
              </a:r>
              <a:endParaRPr lang="en-IN" sz="16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E8831E1-7722-3F0E-3807-6E78E9B0E54A}"/>
                </a:ext>
              </a:extLst>
            </p:cNvPr>
            <p:cNvSpPr txBox="1"/>
            <p:nvPr/>
          </p:nvSpPr>
          <p:spPr>
            <a:xfrm>
              <a:off x="2531533" y="5820350"/>
              <a:ext cx="3010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Book Appointments And Pay Bills</a:t>
              </a:r>
              <a:endParaRPr lang="en-IN" sz="16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96823C5-B70F-DB02-825D-5F755536ADAF}"/>
                </a:ext>
              </a:extLst>
            </p:cNvPr>
            <p:cNvSpPr txBox="1"/>
            <p:nvPr/>
          </p:nvSpPr>
          <p:spPr>
            <a:xfrm>
              <a:off x="2786323" y="4837401"/>
              <a:ext cx="27560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Appointments And Records</a:t>
              </a:r>
              <a:endParaRPr lang="en-IN" sz="16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CCD523E-3447-6A11-3FD3-5C5B69415BD3}"/>
                </a:ext>
              </a:extLst>
            </p:cNvPr>
            <p:cNvSpPr txBox="1"/>
            <p:nvPr/>
          </p:nvSpPr>
          <p:spPr>
            <a:xfrm>
              <a:off x="626532" y="1253349"/>
              <a:ext cx="4311547" cy="668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What is medicare?</a:t>
              </a:r>
            </a:p>
            <a:p>
              <a:endParaRPr lang="en-IN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2DCC004-D5ED-FBE6-5D05-054F16BCFC35}"/>
                </a:ext>
              </a:extLst>
            </p:cNvPr>
            <p:cNvSpPr txBox="1"/>
            <p:nvPr/>
          </p:nvSpPr>
          <p:spPr>
            <a:xfrm>
              <a:off x="624889" y="1937568"/>
              <a:ext cx="4869951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MediCare is a full-stack web application that digitizes hospital operations. It provides a single platform for all hospital roles to perform daily tasks efficiently.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 with Python (Flask), SQLite3, HTML/CSS/JS, and Jinja2 templating.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algn="just"/>
              <a:endParaRPr lang="en-US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ECEEAF9-C7FC-C70E-E070-E4DE855BCE39}"/>
                </a:ext>
              </a:extLst>
            </p:cNvPr>
            <p:cNvSpPr txBox="1"/>
            <p:nvPr/>
          </p:nvSpPr>
          <p:spPr>
            <a:xfrm>
              <a:off x="641474" y="3934647"/>
              <a:ext cx="177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 Roles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315960453"/>
      </p:ext>
    </p:extLst>
  </p:cSld>
  <p:clrMapOvr>
    <a:masterClrMapping/>
  </p:clrMapOvr>
  <p:transition advClick="0" advTm="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0BB4C-E1D2-DAB0-4818-46F0E5E340A7}"/>
              </a:ext>
            </a:extLst>
          </p:cNvPr>
          <p:cNvSpPr txBox="1"/>
          <p:nvPr/>
        </p:nvSpPr>
        <p:spPr>
          <a:xfrm>
            <a:off x="-171450" y="83334"/>
            <a:ext cx="1924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Project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F392C-128B-E44B-44D7-9F8CA910C8D8}"/>
              </a:ext>
            </a:extLst>
          </p:cNvPr>
          <p:cNvSpPr txBox="1"/>
          <p:nvPr/>
        </p:nvSpPr>
        <p:spPr>
          <a:xfrm>
            <a:off x="1193800" y="83334"/>
            <a:ext cx="2470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Description</a:t>
            </a:r>
            <a:endParaRPr lang="en-IN" sz="32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C2C7488-657F-E838-057A-5C36AA43E982}"/>
              </a:ext>
            </a:extLst>
          </p:cNvPr>
          <p:cNvGrpSpPr/>
          <p:nvPr/>
        </p:nvGrpSpPr>
        <p:grpSpPr>
          <a:xfrm>
            <a:off x="6428200" y="1136343"/>
            <a:ext cx="5373384" cy="5223360"/>
            <a:chOff x="6428200" y="1136343"/>
            <a:chExt cx="5373384" cy="52233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3E8CC4-4482-7D52-C056-097114404177}"/>
                </a:ext>
              </a:extLst>
            </p:cNvPr>
            <p:cNvSpPr/>
            <p:nvPr/>
          </p:nvSpPr>
          <p:spPr>
            <a:xfrm>
              <a:off x="6428200" y="1136343"/>
              <a:ext cx="5373384" cy="52233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8E85242E-81AF-E6A5-17E6-149BAB36559C}"/>
                </a:ext>
              </a:extLst>
            </p:cNvPr>
            <p:cNvSpPr/>
            <p:nvPr/>
          </p:nvSpPr>
          <p:spPr>
            <a:xfrm>
              <a:off x="6562424" y="1253349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Technology Stack</a:t>
              </a: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Text 24">
              <a:extLst>
                <a:ext uri="{FF2B5EF4-FFF2-40B4-BE49-F238E27FC236}">
                  <a16:creationId xmlns:a16="http://schemas.microsoft.com/office/drawing/2014/main" id="{EBC531EA-7E5A-68DE-3F61-BDBCE1653E53}"/>
                </a:ext>
              </a:extLst>
            </p:cNvPr>
            <p:cNvSpPr/>
            <p:nvPr/>
          </p:nvSpPr>
          <p:spPr>
            <a:xfrm>
              <a:off x="8624878" y="2132599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 + Flask Framework</a:t>
              </a:r>
              <a:endParaRPr lang="en-US" dirty="0"/>
            </a:p>
          </p:txBody>
        </p:sp>
        <p:sp>
          <p:nvSpPr>
            <p:cNvPr id="11" name="Text 27">
              <a:extLst>
                <a:ext uri="{FF2B5EF4-FFF2-40B4-BE49-F238E27FC236}">
                  <a16:creationId xmlns:a16="http://schemas.microsoft.com/office/drawing/2014/main" id="{9C624E6D-6601-7459-A668-81EED1F2D2D9}"/>
                </a:ext>
              </a:extLst>
            </p:cNvPr>
            <p:cNvSpPr/>
            <p:nvPr/>
          </p:nvSpPr>
          <p:spPr>
            <a:xfrm>
              <a:off x="8576887" y="2444613"/>
              <a:ext cx="3091129" cy="316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2000" dirty="0"/>
            </a:p>
          </p:txBody>
        </p:sp>
        <p:sp>
          <p:nvSpPr>
            <p:cNvPr id="12" name="Text 30">
              <a:extLst>
                <a:ext uri="{FF2B5EF4-FFF2-40B4-BE49-F238E27FC236}">
                  <a16:creationId xmlns:a16="http://schemas.microsoft.com/office/drawing/2014/main" id="{6DC8B111-2317-649C-F695-9AAE5388FCB3}"/>
                </a:ext>
              </a:extLst>
            </p:cNvPr>
            <p:cNvSpPr/>
            <p:nvPr/>
          </p:nvSpPr>
          <p:spPr>
            <a:xfrm>
              <a:off x="8576888" y="3020923"/>
              <a:ext cx="3091130" cy="316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13" name="Text 33">
              <a:extLst>
                <a:ext uri="{FF2B5EF4-FFF2-40B4-BE49-F238E27FC236}">
                  <a16:creationId xmlns:a16="http://schemas.microsoft.com/office/drawing/2014/main" id="{7043A3A0-D3A4-9A39-2217-16911706A312}"/>
                </a:ext>
              </a:extLst>
            </p:cNvPr>
            <p:cNvSpPr/>
            <p:nvPr/>
          </p:nvSpPr>
          <p:spPr>
            <a:xfrm>
              <a:off x="8598272" y="3485411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36">
              <a:extLst>
                <a:ext uri="{FF2B5EF4-FFF2-40B4-BE49-F238E27FC236}">
                  <a16:creationId xmlns:a16="http://schemas.microsoft.com/office/drawing/2014/main" id="{DAC3FDCB-E4EF-5637-3079-1C9B2F877D4F}"/>
                </a:ext>
              </a:extLst>
            </p:cNvPr>
            <p:cNvSpPr/>
            <p:nvPr/>
          </p:nvSpPr>
          <p:spPr>
            <a:xfrm>
              <a:off x="8811235" y="4170653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5" name="Text 39">
              <a:extLst>
                <a:ext uri="{FF2B5EF4-FFF2-40B4-BE49-F238E27FC236}">
                  <a16:creationId xmlns:a16="http://schemas.microsoft.com/office/drawing/2014/main" id="{34287333-90C1-341E-620A-B528D85CBFDD}"/>
                </a:ext>
              </a:extLst>
            </p:cNvPr>
            <p:cNvSpPr/>
            <p:nvPr/>
          </p:nvSpPr>
          <p:spPr>
            <a:xfrm>
              <a:off x="8707006" y="4720243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6" name="Text 42">
              <a:extLst>
                <a:ext uri="{FF2B5EF4-FFF2-40B4-BE49-F238E27FC236}">
                  <a16:creationId xmlns:a16="http://schemas.microsoft.com/office/drawing/2014/main" id="{637B04DB-D6B6-CBC4-F125-1C8FA4E3D65F}"/>
                </a:ext>
              </a:extLst>
            </p:cNvPr>
            <p:cNvSpPr/>
            <p:nvPr/>
          </p:nvSpPr>
          <p:spPr>
            <a:xfrm>
              <a:off x="8707006" y="5259605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7" name="Shape 40">
              <a:extLst>
                <a:ext uri="{FF2B5EF4-FFF2-40B4-BE49-F238E27FC236}">
                  <a16:creationId xmlns:a16="http://schemas.microsoft.com/office/drawing/2014/main" id="{ABD30A9C-0050-C67E-0206-5340108DE98E}"/>
                </a:ext>
              </a:extLst>
            </p:cNvPr>
            <p:cNvSpPr/>
            <p:nvPr/>
          </p:nvSpPr>
          <p:spPr>
            <a:xfrm>
              <a:off x="6610414" y="2077504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8" name="Shape 40">
              <a:extLst>
                <a:ext uri="{FF2B5EF4-FFF2-40B4-BE49-F238E27FC236}">
                  <a16:creationId xmlns:a16="http://schemas.microsoft.com/office/drawing/2014/main" id="{6B582887-CF67-FB7A-5175-37AA6D52B3AE}"/>
                </a:ext>
              </a:extLst>
            </p:cNvPr>
            <p:cNvSpPr/>
            <p:nvPr/>
          </p:nvSpPr>
          <p:spPr>
            <a:xfrm>
              <a:off x="6610414" y="2640330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19" name="Shape 40">
              <a:extLst>
                <a:ext uri="{FF2B5EF4-FFF2-40B4-BE49-F238E27FC236}">
                  <a16:creationId xmlns:a16="http://schemas.microsoft.com/office/drawing/2014/main" id="{E816F7D8-0242-2E88-A49D-38EB72CE5089}"/>
                </a:ext>
              </a:extLst>
            </p:cNvPr>
            <p:cNvSpPr/>
            <p:nvPr/>
          </p:nvSpPr>
          <p:spPr>
            <a:xfrm>
              <a:off x="6610414" y="3217580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20" name="Shape 40">
              <a:extLst>
                <a:ext uri="{FF2B5EF4-FFF2-40B4-BE49-F238E27FC236}">
                  <a16:creationId xmlns:a16="http://schemas.microsoft.com/office/drawing/2014/main" id="{71982CF8-4EA7-7E9B-1224-33A6A42EC919}"/>
                </a:ext>
              </a:extLst>
            </p:cNvPr>
            <p:cNvSpPr/>
            <p:nvPr/>
          </p:nvSpPr>
          <p:spPr>
            <a:xfrm>
              <a:off x="6610414" y="3787732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21" name="Shape 40">
              <a:extLst>
                <a:ext uri="{FF2B5EF4-FFF2-40B4-BE49-F238E27FC236}">
                  <a16:creationId xmlns:a16="http://schemas.microsoft.com/office/drawing/2014/main" id="{1005DA18-B02B-E80F-994A-71EF59E5DCC0}"/>
                </a:ext>
              </a:extLst>
            </p:cNvPr>
            <p:cNvSpPr/>
            <p:nvPr/>
          </p:nvSpPr>
          <p:spPr>
            <a:xfrm>
              <a:off x="6610414" y="4366876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22" name="Shape 40">
              <a:extLst>
                <a:ext uri="{FF2B5EF4-FFF2-40B4-BE49-F238E27FC236}">
                  <a16:creationId xmlns:a16="http://schemas.microsoft.com/office/drawing/2014/main" id="{DD989B72-87D8-AA8E-6F55-3840143BD37E}"/>
                </a:ext>
              </a:extLst>
            </p:cNvPr>
            <p:cNvSpPr/>
            <p:nvPr/>
          </p:nvSpPr>
          <p:spPr>
            <a:xfrm>
              <a:off x="6610414" y="4937414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23" name="Shape 40">
              <a:extLst>
                <a:ext uri="{FF2B5EF4-FFF2-40B4-BE49-F238E27FC236}">
                  <a16:creationId xmlns:a16="http://schemas.microsoft.com/office/drawing/2014/main" id="{08AA7DFC-3180-A66F-DDC6-95152CDCEDEA}"/>
                </a:ext>
              </a:extLst>
            </p:cNvPr>
            <p:cNvSpPr/>
            <p:nvPr/>
          </p:nvSpPr>
          <p:spPr>
            <a:xfrm>
              <a:off x="6610414" y="5515081"/>
              <a:ext cx="1880240" cy="46417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D94554-16D4-FE79-9C70-CD48A8E0F1EE}"/>
                </a:ext>
              </a:extLst>
            </p:cNvPr>
            <p:cNvSpPr txBox="1"/>
            <p:nvPr/>
          </p:nvSpPr>
          <p:spPr>
            <a:xfrm>
              <a:off x="6723111" y="2122143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Backend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73C7F8-B814-D1D3-7DF5-169D39015932}"/>
                </a:ext>
              </a:extLst>
            </p:cNvPr>
            <p:cNvSpPr txBox="1"/>
            <p:nvPr/>
          </p:nvSpPr>
          <p:spPr>
            <a:xfrm>
              <a:off x="6747894" y="555077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IDE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159C6F6-3534-115B-400F-11DE8103AA45}"/>
                </a:ext>
              </a:extLst>
            </p:cNvPr>
            <p:cNvSpPr txBox="1"/>
            <p:nvPr/>
          </p:nvSpPr>
          <p:spPr>
            <a:xfrm>
              <a:off x="6753423" y="2704285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Database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CBE0C9-1196-2000-3675-1EB16D7310FD}"/>
                </a:ext>
              </a:extLst>
            </p:cNvPr>
            <p:cNvSpPr txBox="1"/>
            <p:nvPr/>
          </p:nvSpPr>
          <p:spPr>
            <a:xfrm>
              <a:off x="6702227" y="324786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Frontend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D9158C-82CD-F0D9-48B5-FBAAC500DE8A}"/>
                </a:ext>
              </a:extLst>
            </p:cNvPr>
            <p:cNvSpPr txBox="1"/>
            <p:nvPr/>
          </p:nvSpPr>
          <p:spPr>
            <a:xfrm>
              <a:off x="6729276" y="4991289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Sessions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8BA9FC-88FD-62A5-42EE-72F2115C43F6}"/>
                </a:ext>
              </a:extLst>
            </p:cNvPr>
            <p:cNvSpPr txBox="1"/>
            <p:nvPr/>
          </p:nvSpPr>
          <p:spPr>
            <a:xfrm>
              <a:off x="6723111" y="4421410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Security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96C0447-A52F-342C-FDA1-CD2B1FBE6271}"/>
                </a:ext>
              </a:extLst>
            </p:cNvPr>
            <p:cNvSpPr txBox="1"/>
            <p:nvPr/>
          </p:nvSpPr>
          <p:spPr>
            <a:xfrm>
              <a:off x="6753423" y="3843704"/>
              <a:ext cx="160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Templating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B9443686-5EBE-BDB9-7BDC-18C94D420402}"/>
                </a:ext>
              </a:extLst>
            </p:cNvPr>
            <p:cNvSpPr/>
            <p:nvPr/>
          </p:nvSpPr>
          <p:spPr>
            <a:xfrm>
              <a:off x="8629215" y="2699914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SQlite3</a:t>
              </a:r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1ECD04E7-89AE-2C3E-22E2-853A3EEB9BCB}"/>
                </a:ext>
              </a:extLst>
            </p:cNvPr>
            <p:cNvSpPr/>
            <p:nvPr/>
          </p:nvSpPr>
          <p:spPr>
            <a:xfrm>
              <a:off x="8624878" y="3267366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HTML5 , CSS3 , JavaScript</a:t>
              </a:r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38E47700-AF8B-FE6A-D593-E3E6755E12EC}"/>
                </a:ext>
              </a:extLst>
            </p:cNvPr>
            <p:cNvSpPr/>
            <p:nvPr/>
          </p:nvSpPr>
          <p:spPr>
            <a:xfrm>
              <a:off x="8624878" y="3843704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/>
                <a:t>Jinja2</a:t>
              </a:r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8DC79338-C624-188E-73ED-10B5D784B5C7}"/>
                </a:ext>
              </a:extLst>
            </p:cNvPr>
            <p:cNvSpPr/>
            <p:nvPr/>
          </p:nvSpPr>
          <p:spPr>
            <a:xfrm>
              <a:off x="8624878" y="4431867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Werkzeug password hashing</a:t>
              </a:r>
              <a:endParaRPr lang="en-US" sz="1800" dirty="0"/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9182A866-4782-6C17-C454-0F8D47CABAB8}"/>
                </a:ext>
              </a:extLst>
            </p:cNvPr>
            <p:cNvSpPr/>
            <p:nvPr/>
          </p:nvSpPr>
          <p:spPr>
            <a:xfrm>
              <a:off x="8624878" y="4998091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session management</a:t>
              </a:r>
              <a:endParaRPr lang="en-US" dirty="0"/>
            </a:p>
          </p:txBody>
        </p:sp>
        <p:sp>
          <p:nvSpPr>
            <p:cNvPr id="36" name="Text 24">
              <a:extLst>
                <a:ext uri="{FF2B5EF4-FFF2-40B4-BE49-F238E27FC236}">
                  <a16:creationId xmlns:a16="http://schemas.microsoft.com/office/drawing/2014/main" id="{1579B2DF-B8D0-3CEB-070E-DFAFE505559F}"/>
                </a:ext>
              </a:extLst>
            </p:cNvPr>
            <p:cNvSpPr/>
            <p:nvPr/>
          </p:nvSpPr>
          <p:spPr>
            <a:xfrm>
              <a:off x="8624877" y="5538390"/>
              <a:ext cx="3022445" cy="3484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Studio Code</a:t>
              </a:r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07FBC2-1895-E1A0-746A-5BB2BAEFBD0C}"/>
              </a:ext>
            </a:extLst>
          </p:cNvPr>
          <p:cNvGrpSpPr/>
          <p:nvPr/>
        </p:nvGrpSpPr>
        <p:grpSpPr>
          <a:xfrm>
            <a:off x="523982" y="1136343"/>
            <a:ext cx="5373384" cy="5223360"/>
            <a:chOff x="523982" y="1136343"/>
            <a:chExt cx="5373384" cy="52233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79F5AC-906D-D3AA-3B7C-C689562FEF2F}"/>
                </a:ext>
              </a:extLst>
            </p:cNvPr>
            <p:cNvSpPr/>
            <p:nvPr/>
          </p:nvSpPr>
          <p:spPr>
            <a:xfrm>
              <a:off x="523982" y="1136343"/>
              <a:ext cx="5373384" cy="52233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  <a:p>
              <a:pPr algn="just"/>
              <a:endParaRPr lang="en-US" dirty="0"/>
            </a:p>
            <a:p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3B8FEAD-0FC8-0782-EE78-6224EC0E57B7}"/>
                </a:ext>
              </a:extLst>
            </p:cNvPr>
            <p:cNvSpPr/>
            <p:nvPr/>
          </p:nvSpPr>
          <p:spPr>
            <a:xfrm>
              <a:off x="775698" y="4310289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B2B523-5CB4-6F02-995C-35236D978E73}"/>
                </a:ext>
              </a:extLst>
            </p:cNvPr>
            <p:cNvSpPr/>
            <p:nvPr/>
          </p:nvSpPr>
          <p:spPr>
            <a:xfrm>
              <a:off x="775698" y="4802940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8B9EF08-8DB9-8FA8-22C4-1E63A39E0F1F}"/>
                </a:ext>
              </a:extLst>
            </p:cNvPr>
            <p:cNvSpPr/>
            <p:nvPr/>
          </p:nvSpPr>
          <p:spPr>
            <a:xfrm>
              <a:off x="775698" y="5283960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F56234A-02EA-520F-C317-04A42169BDAD}"/>
                </a:ext>
              </a:extLst>
            </p:cNvPr>
            <p:cNvSpPr/>
            <p:nvPr/>
          </p:nvSpPr>
          <p:spPr>
            <a:xfrm>
              <a:off x="775698" y="5772078"/>
              <a:ext cx="4869951" cy="434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25AA8B8-AF2A-0130-DCA9-F04C41DBE6B7}"/>
                </a:ext>
              </a:extLst>
            </p:cNvPr>
            <p:cNvSpPr txBox="1"/>
            <p:nvPr/>
          </p:nvSpPr>
          <p:spPr>
            <a:xfrm>
              <a:off x="756433" y="4325925"/>
              <a:ext cx="19913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👨‍💼 </a:t>
              </a: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</a:t>
              </a:r>
              <a:endParaRPr lang="en-US" dirty="0">
                <a:solidFill>
                  <a:schemeClr val="bg1"/>
                </a:solidFill>
              </a:endParaRPr>
            </a:p>
            <a:p>
              <a:endParaRPr lang="en-IN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86CEE73-687A-7E3F-D76B-448EDAB2D51C}"/>
                </a:ext>
              </a:extLst>
            </p:cNvPr>
            <p:cNvSpPr txBox="1"/>
            <p:nvPr/>
          </p:nvSpPr>
          <p:spPr>
            <a:xfrm>
              <a:off x="768419" y="4824622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🩺 Doctor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0E7CBF-79FC-1034-BF66-78715D620C61}"/>
                </a:ext>
              </a:extLst>
            </p:cNvPr>
            <p:cNvSpPr txBox="1"/>
            <p:nvPr/>
          </p:nvSpPr>
          <p:spPr>
            <a:xfrm>
              <a:off x="768419" y="5319841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🏥 Staff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D3C6557-C749-81A4-358F-34C9CF0BB6DC}"/>
                </a:ext>
              </a:extLst>
            </p:cNvPr>
            <p:cNvSpPr txBox="1"/>
            <p:nvPr/>
          </p:nvSpPr>
          <p:spPr>
            <a:xfrm>
              <a:off x="756433" y="5808860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🙋 Patient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47E55E-E95C-B07B-B585-53E207A4D086}"/>
                </a:ext>
              </a:extLst>
            </p:cNvPr>
            <p:cNvSpPr txBox="1"/>
            <p:nvPr/>
          </p:nvSpPr>
          <p:spPr>
            <a:xfrm>
              <a:off x="3199874" y="4361789"/>
              <a:ext cx="2331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Full System Control</a:t>
              </a:r>
              <a:endParaRPr lang="en-IN" sz="16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7AD39B6-481D-291F-FEE4-F8070A4279BB}"/>
                </a:ext>
              </a:extLst>
            </p:cNvPr>
            <p:cNvSpPr txBox="1"/>
            <p:nvPr/>
          </p:nvSpPr>
          <p:spPr>
            <a:xfrm>
              <a:off x="3210673" y="5313610"/>
              <a:ext cx="23317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Attendance And Salary</a:t>
              </a:r>
              <a:endParaRPr lang="en-IN" sz="16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16B2789-2A15-7236-BBDB-15901F193F53}"/>
                </a:ext>
              </a:extLst>
            </p:cNvPr>
            <p:cNvSpPr txBox="1"/>
            <p:nvPr/>
          </p:nvSpPr>
          <p:spPr>
            <a:xfrm>
              <a:off x="2531533" y="5820350"/>
              <a:ext cx="3010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Book Appointments And Pay Bills</a:t>
              </a:r>
              <a:endParaRPr lang="en-IN" sz="1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5DE5D6-4C49-692A-86B2-E0F9C0BDDE67}"/>
                </a:ext>
              </a:extLst>
            </p:cNvPr>
            <p:cNvSpPr txBox="1"/>
            <p:nvPr/>
          </p:nvSpPr>
          <p:spPr>
            <a:xfrm>
              <a:off x="2786323" y="4837401"/>
              <a:ext cx="27560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Appointments And Records</a:t>
              </a:r>
              <a:endParaRPr lang="en-IN" sz="16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4F7541F-9CCF-2C66-5A0C-73C241037C83}"/>
                </a:ext>
              </a:extLst>
            </p:cNvPr>
            <p:cNvSpPr txBox="1"/>
            <p:nvPr/>
          </p:nvSpPr>
          <p:spPr>
            <a:xfrm>
              <a:off x="626532" y="1253349"/>
              <a:ext cx="4311547" cy="668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What is medicare?</a:t>
              </a:r>
            </a:p>
            <a:p>
              <a:endParaRPr lang="en-IN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3B0B7F8-0D64-1A41-9DFB-B935151EA994}"/>
                </a:ext>
              </a:extLst>
            </p:cNvPr>
            <p:cNvSpPr txBox="1"/>
            <p:nvPr/>
          </p:nvSpPr>
          <p:spPr>
            <a:xfrm>
              <a:off x="624889" y="1937568"/>
              <a:ext cx="4869951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MediCare is a full-stack web application that digitizes hospital operations. It provides a single platform for all hospital roles to perform daily tasks efficiently.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Built with Python (Flask), SQLite3, HTML/CSS/JS, and Jinja2 templating.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pPr algn="just"/>
              <a:endParaRPr lang="en-US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FB0E943-3BF3-D48D-D3F9-B84A3D6E770D}"/>
                </a:ext>
              </a:extLst>
            </p:cNvPr>
            <p:cNvSpPr txBox="1"/>
            <p:nvPr/>
          </p:nvSpPr>
          <p:spPr>
            <a:xfrm>
              <a:off x="641474" y="3934647"/>
              <a:ext cx="177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 Roles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267801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0" y="782122"/>
            <a:ext cx="10782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Why </a:t>
            </a:r>
            <a:endParaRPr lang="en-IN" sz="16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B61B0-1522-13B0-ED8F-705C8C0D18A9}"/>
              </a:ext>
            </a:extLst>
          </p:cNvPr>
          <p:cNvSpPr txBox="1"/>
          <p:nvPr/>
        </p:nvSpPr>
        <p:spPr>
          <a:xfrm>
            <a:off x="704850" y="3429000"/>
            <a:ext cx="1148715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This Project?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8ADF4A-48D7-D4D3-86EF-D4A8A3B54558}"/>
              </a:ext>
            </a:extLst>
          </p:cNvPr>
          <p:cNvGrpSpPr/>
          <p:nvPr/>
        </p:nvGrpSpPr>
        <p:grpSpPr>
          <a:xfrm>
            <a:off x="290005" y="7203440"/>
            <a:ext cx="11611989" cy="5101389"/>
            <a:chOff x="290005" y="1463040"/>
            <a:chExt cx="11611989" cy="510138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98D2EC-FF8C-34A2-F185-BE08E9560227}"/>
                </a:ext>
              </a:extLst>
            </p:cNvPr>
            <p:cNvSpPr/>
            <p:nvPr/>
          </p:nvSpPr>
          <p:spPr>
            <a:xfrm>
              <a:off x="290006" y="146304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677E2A-83AB-1670-E326-108D5624F1B7}"/>
                </a:ext>
              </a:extLst>
            </p:cNvPr>
            <p:cNvSpPr/>
            <p:nvPr/>
          </p:nvSpPr>
          <p:spPr>
            <a:xfrm>
              <a:off x="290005" y="422549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5179F42-2DD4-A4F7-7A0D-B17568A748ED}"/>
                </a:ext>
              </a:extLst>
            </p:cNvPr>
            <p:cNvSpPr/>
            <p:nvPr/>
          </p:nvSpPr>
          <p:spPr>
            <a:xfrm>
              <a:off x="6230752" y="4225489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D26496-F65B-A5C9-1656-12EE8291290C}"/>
                </a:ext>
              </a:extLst>
            </p:cNvPr>
            <p:cNvSpPr/>
            <p:nvPr/>
          </p:nvSpPr>
          <p:spPr>
            <a:xfrm>
              <a:off x="6230753" y="146304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705D598-8A4A-43DC-CBC3-648D504917B9}"/>
                </a:ext>
              </a:extLst>
            </p:cNvPr>
            <p:cNvSpPr txBox="1"/>
            <p:nvPr/>
          </p:nvSpPr>
          <p:spPr>
            <a:xfrm>
              <a:off x="424759" y="1581032"/>
              <a:ext cx="5369866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Problem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F184AE-24CB-97CC-0D92-B3304B3111A1}"/>
                </a:ext>
              </a:extLst>
            </p:cNvPr>
            <p:cNvSpPr txBox="1"/>
            <p:nvPr/>
          </p:nvSpPr>
          <p:spPr>
            <a:xfrm>
              <a:off x="6340961" y="4374586"/>
              <a:ext cx="5426279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Practical Impact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A1A2B4-B885-12BA-3BFE-CBAED3DBC4A6}"/>
                </a:ext>
              </a:extLst>
            </p:cNvPr>
            <p:cNvSpPr txBox="1"/>
            <p:nvPr/>
          </p:nvSpPr>
          <p:spPr>
            <a:xfrm>
              <a:off x="424759" y="4372381"/>
              <a:ext cx="5369866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Learning Opportunity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DC55B6-B472-6453-8430-7B339086D40C}"/>
                </a:ext>
              </a:extLst>
            </p:cNvPr>
            <p:cNvSpPr txBox="1"/>
            <p:nvPr/>
          </p:nvSpPr>
          <p:spPr>
            <a:xfrm>
              <a:off x="6340962" y="1579844"/>
              <a:ext cx="5426278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Real World Need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E90FF1-963E-F2F6-8548-C6703CF7E455}"/>
                </a:ext>
              </a:extLst>
            </p:cNvPr>
            <p:cNvSpPr txBox="1"/>
            <p:nvPr/>
          </p:nvSpPr>
          <p:spPr>
            <a:xfrm>
              <a:off x="424759" y="2248722"/>
              <a:ext cx="53698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Hospitals still rely on paper registers and manual processes for patient records, appointments, and billing — leading to errors and delays.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9864B4-3277-8898-463B-E8598F985E8F}"/>
                </a:ext>
              </a:extLst>
            </p:cNvPr>
            <p:cNvSpPr txBox="1"/>
            <p:nvPr/>
          </p:nvSpPr>
          <p:spPr>
            <a:xfrm>
              <a:off x="6343346" y="4980937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building this, we create a system that could realistically be deployed in a small clinic or hospital to improve daily operations.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A20E3C-54E8-3C4D-7EB2-9525E3B7C440}"/>
                </a:ext>
              </a:extLst>
            </p:cNvPr>
            <p:cNvSpPr txBox="1"/>
            <p:nvPr/>
          </p:nvSpPr>
          <p:spPr>
            <a:xfrm>
              <a:off x="424759" y="4980937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hospital system covers almost every concept of software engineering: authentication, database design, role management, CRUD, and UI.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41EACC-F22F-F26C-14AD-352A5EC58E1F}"/>
                </a:ext>
              </a:extLst>
            </p:cNvPr>
            <p:cNvSpPr txBox="1"/>
            <p:nvPr/>
          </p:nvSpPr>
          <p:spPr>
            <a:xfrm>
              <a:off x="6369167" y="2248722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Tracking doctor availability, patient appointments, staff attendance, and billing manually is slow and error-prone in any real hospital.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714707"/>
      </p:ext>
    </p:extLst>
  </p:cSld>
  <p:clrMapOvr>
    <a:masterClrMapping/>
  </p:clrMapOvr>
  <p:transition advClick="0" advTm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ABAE96-EEE4-ECA0-A1F2-1BDA050D1967}"/>
              </a:ext>
            </a:extLst>
          </p:cNvPr>
          <p:cNvSpPr txBox="1"/>
          <p:nvPr/>
        </p:nvSpPr>
        <p:spPr>
          <a:xfrm>
            <a:off x="-320675" y="266125"/>
            <a:ext cx="205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Why 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7BA60-C99E-3BA5-0E3B-1F9DEDB99686}"/>
              </a:ext>
            </a:extLst>
          </p:cNvPr>
          <p:cNvSpPr txBox="1"/>
          <p:nvPr/>
        </p:nvSpPr>
        <p:spPr>
          <a:xfrm>
            <a:off x="1050442" y="266124"/>
            <a:ext cx="243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This Project?</a:t>
            </a:r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7FA348-6E21-76F9-8B49-EDC938D44909}"/>
              </a:ext>
            </a:extLst>
          </p:cNvPr>
          <p:cNvGrpSpPr/>
          <p:nvPr/>
        </p:nvGrpSpPr>
        <p:grpSpPr>
          <a:xfrm>
            <a:off x="290005" y="1297940"/>
            <a:ext cx="11611989" cy="5101389"/>
            <a:chOff x="290005" y="1463040"/>
            <a:chExt cx="11611989" cy="5101389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E828272-01C4-AA33-4A5A-D1751F97AE7E}"/>
                </a:ext>
              </a:extLst>
            </p:cNvPr>
            <p:cNvSpPr/>
            <p:nvPr/>
          </p:nvSpPr>
          <p:spPr>
            <a:xfrm>
              <a:off x="290006" y="146304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23BAD5-7D1E-0238-6EB0-0A24C719CDBA}"/>
                </a:ext>
              </a:extLst>
            </p:cNvPr>
            <p:cNvSpPr/>
            <p:nvPr/>
          </p:nvSpPr>
          <p:spPr>
            <a:xfrm>
              <a:off x="290005" y="422549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EB783BE-39B2-783B-2A55-B293F233B52F}"/>
                </a:ext>
              </a:extLst>
            </p:cNvPr>
            <p:cNvSpPr/>
            <p:nvPr/>
          </p:nvSpPr>
          <p:spPr>
            <a:xfrm>
              <a:off x="6230752" y="4225489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3C13547-EB08-3C63-7A3F-C25E80AC6742}"/>
                </a:ext>
              </a:extLst>
            </p:cNvPr>
            <p:cNvSpPr/>
            <p:nvPr/>
          </p:nvSpPr>
          <p:spPr>
            <a:xfrm>
              <a:off x="6230753" y="1463040"/>
              <a:ext cx="5671241" cy="2338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7BB335E-01EA-B795-8DB1-76BAD3CE37D6}"/>
                </a:ext>
              </a:extLst>
            </p:cNvPr>
            <p:cNvSpPr txBox="1"/>
            <p:nvPr/>
          </p:nvSpPr>
          <p:spPr>
            <a:xfrm>
              <a:off x="424759" y="1581032"/>
              <a:ext cx="5369866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Problem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C544D9E-5769-FEA7-65B3-8E66D26C6268}"/>
                </a:ext>
              </a:extLst>
            </p:cNvPr>
            <p:cNvSpPr txBox="1"/>
            <p:nvPr/>
          </p:nvSpPr>
          <p:spPr>
            <a:xfrm>
              <a:off x="6340961" y="4374586"/>
              <a:ext cx="5426279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Practical Impact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0A7581-446A-47F5-3BB1-2CF84A181A89}"/>
                </a:ext>
              </a:extLst>
            </p:cNvPr>
            <p:cNvSpPr txBox="1"/>
            <p:nvPr/>
          </p:nvSpPr>
          <p:spPr>
            <a:xfrm>
              <a:off x="424759" y="4372381"/>
              <a:ext cx="5369866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Learning Opportunity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4CC932-C6A9-BF6D-3C78-EC1D8A4CDF96}"/>
                </a:ext>
              </a:extLst>
            </p:cNvPr>
            <p:cNvSpPr txBox="1"/>
            <p:nvPr/>
          </p:nvSpPr>
          <p:spPr>
            <a:xfrm>
              <a:off x="6340962" y="1579844"/>
              <a:ext cx="5426278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Real World Need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FC6C293-2C41-96BF-9A5E-A6212B6B9164}"/>
                </a:ext>
              </a:extLst>
            </p:cNvPr>
            <p:cNvSpPr txBox="1"/>
            <p:nvPr/>
          </p:nvSpPr>
          <p:spPr>
            <a:xfrm>
              <a:off x="424759" y="2248722"/>
              <a:ext cx="53698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Hospitals still rely on paper registers and manual processes for patient records, appointments, and billing — leading to errors and delays.</a:t>
              </a:r>
              <a:endParaRPr lang="en-US" sz="1800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169D98D-2220-1D52-C3D0-89188994656B}"/>
                </a:ext>
              </a:extLst>
            </p:cNvPr>
            <p:cNvSpPr txBox="1"/>
            <p:nvPr/>
          </p:nvSpPr>
          <p:spPr>
            <a:xfrm>
              <a:off x="6343346" y="4980937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building this, we create a system that could realistically be deployed in a small clinic or hospital to improve daily operations.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62C8F48-A923-5ECE-8181-5E888E2443B6}"/>
                </a:ext>
              </a:extLst>
            </p:cNvPr>
            <p:cNvSpPr txBox="1"/>
            <p:nvPr/>
          </p:nvSpPr>
          <p:spPr>
            <a:xfrm>
              <a:off x="424759" y="4980937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hospital system covers almost every concept of software engineering: authentication, database design, role management, CRUD, and UI.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36EC47D-13C5-BF39-FC9B-1ED901E1B23B}"/>
                </a:ext>
              </a:extLst>
            </p:cNvPr>
            <p:cNvSpPr txBox="1"/>
            <p:nvPr/>
          </p:nvSpPr>
          <p:spPr>
            <a:xfrm>
              <a:off x="6369167" y="2248722"/>
              <a:ext cx="53698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Tracking doctor availability, patient appointments, staff attendance, and billing manually is slow and error-prone in any real hospital.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1261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0" y="782122"/>
            <a:ext cx="107823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Objectives 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A7DC6C-CE02-DD1B-F248-3F91DFF1DD88}"/>
              </a:ext>
            </a:extLst>
          </p:cNvPr>
          <p:cNvGrpSpPr/>
          <p:nvPr/>
        </p:nvGrpSpPr>
        <p:grpSpPr>
          <a:xfrm>
            <a:off x="123286" y="7381063"/>
            <a:ext cx="11945427" cy="5202353"/>
            <a:chOff x="123286" y="1450163"/>
            <a:chExt cx="11945427" cy="520235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F4EAADF-A3E9-ED81-2367-3A8FC6A86235}"/>
                </a:ext>
              </a:extLst>
            </p:cNvPr>
            <p:cNvSpPr/>
            <p:nvPr/>
          </p:nvSpPr>
          <p:spPr>
            <a:xfrm>
              <a:off x="123290" y="1450163"/>
              <a:ext cx="5787654" cy="1068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71667A8-D854-71FD-B66C-98310387D12F}"/>
                </a:ext>
              </a:extLst>
            </p:cNvPr>
            <p:cNvSpPr/>
            <p:nvPr/>
          </p:nvSpPr>
          <p:spPr>
            <a:xfrm>
              <a:off x="123289" y="2828110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CE9CC0C-B805-2338-2983-3A2FCC46A5CB}"/>
                </a:ext>
              </a:extLst>
            </p:cNvPr>
            <p:cNvSpPr/>
            <p:nvPr/>
          </p:nvSpPr>
          <p:spPr>
            <a:xfrm>
              <a:off x="123289" y="4206057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91ED449-1D27-2D16-672C-FEFAE35CC695}"/>
                </a:ext>
              </a:extLst>
            </p:cNvPr>
            <p:cNvSpPr/>
            <p:nvPr/>
          </p:nvSpPr>
          <p:spPr>
            <a:xfrm>
              <a:off x="123289" y="5584004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046D1C3-0B2E-D13C-570B-903FD5FAA2A5}"/>
                </a:ext>
              </a:extLst>
            </p:cNvPr>
            <p:cNvSpPr/>
            <p:nvPr/>
          </p:nvSpPr>
          <p:spPr>
            <a:xfrm>
              <a:off x="6274086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97C4001-E307-E9B2-279F-AC7986BD57E9}"/>
                </a:ext>
              </a:extLst>
            </p:cNvPr>
            <p:cNvSpPr/>
            <p:nvPr/>
          </p:nvSpPr>
          <p:spPr>
            <a:xfrm>
              <a:off x="6274086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6670704-F8A2-FD6D-DAF3-D7EE4E7D4FE5}"/>
                </a:ext>
              </a:extLst>
            </p:cNvPr>
            <p:cNvSpPr/>
            <p:nvPr/>
          </p:nvSpPr>
          <p:spPr>
            <a:xfrm>
              <a:off x="6274084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AB44F31-1874-8B5D-44AA-501CDBBBD222}"/>
                </a:ext>
              </a:extLst>
            </p:cNvPr>
            <p:cNvSpPr/>
            <p:nvPr/>
          </p:nvSpPr>
          <p:spPr>
            <a:xfrm>
              <a:off x="6274083" y="1450163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80ABC01-6DBF-20AE-E6CE-4440FC71C134}"/>
                </a:ext>
              </a:extLst>
            </p:cNvPr>
            <p:cNvSpPr/>
            <p:nvPr/>
          </p:nvSpPr>
          <p:spPr>
            <a:xfrm>
              <a:off x="123287" y="1450163"/>
              <a:ext cx="5787654" cy="10680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5B44F50-7794-A26B-6A76-5432D4CA34E1}"/>
                </a:ext>
              </a:extLst>
            </p:cNvPr>
            <p:cNvSpPr/>
            <p:nvPr/>
          </p:nvSpPr>
          <p:spPr>
            <a:xfrm>
              <a:off x="123286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B4CDED6-E205-40D7-C636-8F765EB20A20}"/>
                </a:ext>
              </a:extLst>
            </p:cNvPr>
            <p:cNvSpPr/>
            <p:nvPr/>
          </p:nvSpPr>
          <p:spPr>
            <a:xfrm>
              <a:off x="123286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09B01AE-BB3D-030E-C322-4267C0446A59}"/>
                </a:ext>
              </a:extLst>
            </p:cNvPr>
            <p:cNvSpPr/>
            <p:nvPr/>
          </p:nvSpPr>
          <p:spPr>
            <a:xfrm>
              <a:off x="123286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01F32C0-2832-06A5-BD3B-C8D2AEFEBE61}"/>
                </a:ext>
              </a:extLst>
            </p:cNvPr>
            <p:cNvSpPr/>
            <p:nvPr/>
          </p:nvSpPr>
          <p:spPr>
            <a:xfrm>
              <a:off x="6274083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24AC9E4-20E3-9B6D-400D-88C1783FDD0D}"/>
                </a:ext>
              </a:extLst>
            </p:cNvPr>
            <p:cNvSpPr/>
            <p:nvPr/>
          </p:nvSpPr>
          <p:spPr>
            <a:xfrm>
              <a:off x="6274083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EBCF608-27F1-604B-B9B1-484E779AD8BB}"/>
                </a:ext>
              </a:extLst>
            </p:cNvPr>
            <p:cNvSpPr/>
            <p:nvPr/>
          </p:nvSpPr>
          <p:spPr>
            <a:xfrm>
              <a:off x="6274081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7BDA5CD-81FE-A4F4-A34F-15FC29B69B68}"/>
                </a:ext>
              </a:extLst>
            </p:cNvPr>
            <p:cNvSpPr/>
            <p:nvPr/>
          </p:nvSpPr>
          <p:spPr>
            <a:xfrm>
              <a:off x="6274080" y="1450163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BF6B4AD-D7C4-96F1-98EB-7EEE522FE475}"/>
                </a:ext>
              </a:extLst>
            </p:cNvPr>
            <p:cNvSpPr/>
            <p:nvPr/>
          </p:nvSpPr>
          <p:spPr>
            <a:xfrm>
              <a:off x="326815" y="169306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DBE5D93-766A-D428-37B6-1C283DDF02FF}"/>
                </a:ext>
              </a:extLst>
            </p:cNvPr>
            <p:cNvSpPr/>
            <p:nvPr/>
          </p:nvSpPr>
          <p:spPr>
            <a:xfrm>
              <a:off x="6480446" y="5827132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en-IN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3282278-9FDF-BA82-9C02-74B5C6FA0C4C}"/>
                </a:ext>
              </a:extLst>
            </p:cNvPr>
            <p:cNvSpPr/>
            <p:nvPr/>
          </p:nvSpPr>
          <p:spPr>
            <a:xfrm>
              <a:off x="6480445" y="169306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A824C9B-6C6C-459A-61BE-610A420F8300}"/>
                </a:ext>
              </a:extLst>
            </p:cNvPr>
            <p:cNvSpPr/>
            <p:nvPr/>
          </p:nvSpPr>
          <p:spPr>
            <a:xfrm>
              <a:off x="6480446" y="305678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C7516BC-8B72-A999-7210-68CA139CE213}"/>
                </a:ext>
              </a:extLst>
            </p:cNvPr>
            <p:cNvSpPr/>
            <p:nvPr/>
          </p:nvSpPr>
          <p:spPr>
            <a:xfrm>
              <a:off x="6480446" y="4433775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en-IN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4E7963E-7381-5EDD-442A-FA836A958A21}"/>
                </a:ext>
              </a:extLst>
            </p:cNvPr>
            <p:cNvSpPr/>
            <p:nvPr/>
          </p:nvSpPr>
          <p:spPr>
            <a:xfrm>
              <a:off x="326815" y="5827133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en-IN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7DD1D33-31BE-34EA-38C0-55D860ABD5F2}"/>
                </a:ext>
              </a:extLst>
            </p:cNvPr>
            <p:cNvSpPr/>
            <p:nvPr/>
          </p:nvSpPr>
          <p:spPr>
            <a:xfrm>
              <a:off x="326815" y="4449186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D8F057C-B8C1-20E0-AB96-FC5124CA42AC}"/>
                </a:ext>
              </a:extLst>
            </p:cNvPr>
            <p:cNvSpPr/>
            <p:nvPr/>
          </p:nvSpPr>
          <p:spPr>
            <a:xfrm>
              <a:off x="326815" y="3070796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6E62238-B140-10D3-C00B-FF45E2AE68FF}"/>
                </a:ext>
              </a:extLst>
            </p:cNvPr>
            <p:cNvSpPr txBox="1"/>
            <p:nvPr/>
          </p:nvSpPr>
          <p:spPr>
            <a:xfrm>
              <a:off x="7062179" y="5791305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Give admin a central dashboard to oversee all users and departments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CAB1EB2-C30C-10C6-5FD5-9196D72692DC}"/>
                </a:ext>
              </a:extLst>
            </p:cNvPr>
            <p:cNvSpPr txBox="1"/>
            <p:nvPr/>
          </p:nvSpPr>
          <p:spPr>
            <a:xfrm>
              <a:off x="1121263" y="1702999"/>
              <a:ext cx="48030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 a secure, role-based login system for Admin, Doctor, Staff &amp; Patient</a:t>
              </a:r>
              <a:endParaRPr lang="en-US" sz="1800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A7A2F74-71C5-2A49-A4D7-9B3AE59D8976}"/>
                </a:ext>
              </a:extLst>
            </p:cNvPr>
            <p:cNvSpPr txBox="1"/>
            <p:nvPr/>
          </p:nvSpPr>
          <p:spPr>
            <a:xfrm>
              <a:off x="7062179" y="4373471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 leave application and approval through the admin panel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9C17323-75D1-DE6C-D1A8-7A08E0A63B52}"/>
                </a:ext>
              </a:extLst>
            </p:cNvPr>
            <p:cNvSpPr txBox="1"/>
            <p:nvPr/>
          </p:nvSpPr>
          <p:spPr>
            <a:xfrm>
              <a:off x="1083044" y="4453217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 doctors to manage medical records and view patient history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065EC5D-C2E2-EA2E-B889-82053783094E}"/>
                </a:ext>
              </a:extLst>
            </p:cNvPr>
            <p:cNvSpPr txBox="1"/>
            <p:nvPr/>
          </p:nvSpPr>
          <p:spPr>
            <a:xfrm>
              <a:off x="7062179" y="2981046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Calculate and manage monthly salary slips for doctors and staff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5508AA5-9458-0028-9C2E-40F20000AE86}"/>
                </a:ext>
              </a:extLst>
            </p:cNvPr>
            <p:cNvSpPr txBox="1"/>
            <p:nvPr/>
          </p:nvSpPr>
          <p:spPr>
            <a:xfrm>
              <a:off x="1121263" y="3075639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 patients to book and manage appointments online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BBF3889-1577-8B9B-2C91-8CA174941DE5}"/>
                </a:ext>
              </a:extLst>
            </p:cNvPr>
            <p:cNvSpPr txBox="1"/>
            <p:nvPr/>
          </p:nvSpPr>
          <p:spPr>
            <a:xfrm>
              <a:off x="1121263" y="5780278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 attendance tracking — marked automatically on login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3698DE4-1214-524F-AA30-4F685A647B28}"/>
                </a:ext>
              </a:extLst>
            </p:cNvPr>
            <p:cNvSpPr txBox="1"/>
            <p:nvPr/>
          </p:nvSpPr>
          <p:spPr>
            <a:xfrm>
              <a:off x="7062179" y="1664151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 billing for consultations with paid/unpaid status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248331"/>
      </p:ext>
    </p:extLst>
  </p:cSld>
  <p:clrMapOvr>
    <a:masterClrMapping/>
  </p:clrMapOvr>
  <p:transition advClick="0" advTm="1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91DBCB-3978-A9F6-AEE4-34B3F87BE20B}"/>
              </a:ext>
            </a:extLst>
          </p:cNvPr>
          <p:cNvSpPr txBox="1"/>
          <p:nvPr/>
        </p:nvSpPr>
        <p:spPr>
          <a:xfrm>
            <a:off x="-806450" y="-1323439"/>
            <a:ext cx="384175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Objectives</a:t>
            </a:r>
            <a:r>
              <a:rPr lang="en-US" sz="16600" dirty="0">
                <a:solidFill>
                  <a:schemeClr val="bg1"/>
                </a:solidFill>
              </a:rPr>
              <a:t> 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598BB8-2189-E901-4D61-F2A6EC672978}"/>
              </a:ext>
            </a:extLst>
          </p:cNvPr>
          <p:cNvGrpSpPr/>
          <p:nvPr/>
        </p:nvGrpSpPr>
        <p:grpSpPr>
          <a:xfrm>
            <a:off x="123286" y="1119963"/>
            <a:ext cx="11945427" cy="5202353"/>
            <a:chOff x="123286" y="1450163"/>
            <a:chExt cx="11945427" cy="52023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476018-E409-4173-9B00-73B49C7978C9}"/>
                </a:ext>
              </a:extLst>
            </p:cNvPr>
            <p:cNvSpPr/>
            <p:nvPr/>
          </p:nvSpPr>
          <p:spPr>
            <a:xfrm>
              <a:off x="123290" y="1450163"/>
              <a:ext cx="5787654" cy="1068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CAB411-DE39-F3F8-6C63-276F317AB1D6}"/>
                </a:ext>
              </a:extLst>
            </p:cNvPr>
            <p:cNvSpPr/>
            <p:nvPr/>
          </p:nvSpPr>
          <p:spPr>
            <a:xfrm>
              <a:off x="123289" y="2828110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31808E-F89A-8A07-1F0C-80C7E019B099}"/>
                </a:ext>
              </a:extLst>
            </p:cNvPr>
            <p:cNvSpPr/>
            <p:nvPr/>
          </p:nvSpPr>
          <p:spPr>
            <a:xfrm>
              <a:off x="123289" y="4206057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CC5F28-0AD2-CF17-F0FD-F7BB9640C4DE}"/>
                </a:ext>
              </a:extLst>
            </p:cNvPr>
            <p:cNvSpPr/>
            <p:nvPr/>
          </p:nvSpPr>
          <p:spPr>
            <a:xfrm>
              <a:off x="123289" y="5584004"/>
              <a:ext cx="5794627" cy="10685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2A43EE-1D28-9C73-AE7D-BB2F8094470C}"/>
                </a:ext>
              </a:extLst>
            </p:cNvPr>
            <p:cNvSpPr/>
            <p:nvPr/>
          </p:nvSpPr>
          <p:spPr>
            <a:xfrm>
              <a:off x="6274086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1795B7-446F-6B4C-8CF4-A759333AA97D}"/>
                </a:ext>
              </a:extLst>
            </p:cNvPr>
            <p:cNvSpPr/>
            <p:nvPr/>
          </p:nvSpPr>
          <p:spPr>
            <a:xfrm>
              <a:off x="6274086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CEAB82-F155-E3F4-5129-605BD1C3C717}"/>
                </a:ext>
              </a:extLst>
            </p:cNvPr>
            <p:cNvSpPr/>
            <p:nvPr/>
          </p:nvSpPr>
          <p:spPr>
            <a:xfrm>
              <a:off x="6274084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FCBA87-F91E-3083-2A9C-7F861CAD0824}"/>
                </a:ext>
              </a:extLst>
            </p:cNvPr>
            <p:cNvSpPr/>
            <p:nvPr/>
          </p:nvSpPr>
          <p:spPr>
            <a:xfrm>
              <a:off x="6274083" y="1450163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FFD372-A969-3E6F-1078-8CD657EC2359}"/>
                </a:ext>
              </a:extLst>
            </p:cNvPr>
            <p:cNvSpPr/>
            <p:nvPr/>
          </p:nvSpPr>
          <p:spPr>
            <a:xfrm>
              <a:off x="123287" y="1450163"/>
              <a:ext cx="5787654" cy="10680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8EF33F8-3DCB-CDAE-9F11-F5E12571AFBF}"/>
                </a:ext>
              </a:extLst>
            </p:cNvPr>
            <p:cNvSpPr/>
            <p:nvPr/>
          </p:nvSpPr>
          <p:spPr>
            <a:xfrm>
              <a:off x="123286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058487-8DD1-7AE8-CD5E-DF5911E8EDE0}"/>
                </a:ext>
              </a:extLst>
            </p:cNvPr>
            <p:cNvSpPr/>
            <p:nvPr/>
          </p:nvSpPr>
          <p:spPr>
            <a:xfrm>
              <a:off x="123286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A7F0C2A-E181-8EF6-A394-E9639F2A3A5E}"/>
                </a:ext>
              </a:extLst>
            </p:cNvPr>
            <p:cNvSpPr/>
            <p:nvPr/>
          </p:nvSpPr>
          <p:spPr>
            <a:xfrm>
              <a:off x="123286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B4DC66-F81A-989C-7205-E930D8D67052}"/>
                </a:ext>
              </a:extLst>
            </p:cNvPr>
            <p:cNvSpPr/>
            <p:nvPr/>
          </p:nvSpPr>
          <p:spPr>
            <a:xfrm>
              <a:off x="6274083" y="5584004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DC2B0C-37EE-0FE0-5E41-C407033A0CCA}"/>
                </a:ext>
              </a:extLst>
            </p:cNvPr>
            <p:cNvSpPr/>
            <p:nvPr/>
          </p:nvSpPr>
          <p:spPr>
            <a:xfrm>
              <a:off x="6274083" y="4206057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78C374-7F79-5032-7312-1751729DCC90}"/>
                </a:ext>
              </a:extLst>
            </p:cNvPr>
            <p:cNvSpPr/>
            <p:nvPr/>
          </p:nvSpPr>
          <p:spPr>
            <a:xfrm>
              <a:off x="6274081" y="2828110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57B1B0-F7C8-EA1E-95A8-F22A8396C810}"/>
                </a:ext>
              </a:extLst>
            </p:cNvPr>
            <p:cNvSpPr/>
            <p:nvPr/>
          </p:nvSpPr>
          <p:spPr>
            <a:xfrm>
              <a:off x="6274080" y="1450163"/>
              <a:ext cx="5794627" cy="10685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30970D7-9B54-8410-E73D-DF1FB92AC560}"/>
                </a:ext>
              </a:extLst>
            </p:cNvPr>
            <p:cNvSpPr/>
            <p:nvPr/>
          </p:nvSpPr>
          <p:spPr>
            <a:xfrm>
              <a:off x="326815" y="169306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15F6588-8936-D53E-89DE-535B40FBA989}"/>
                </a:ext>
              </a:extLst>
            </p:cNvPr>
            <p:cNvSpPr/>
            <p:nvPr/>
          </p:nvSpPr>
          <p:spPr>
            <a:xfrm>
              <a:off x="6480446" y="5827132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en-IN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8922D79-F951-BBC8-89F9-27D0F2DC7758}"/>
                </a:ext>
              </a:extLst>
            </p:cNvPr>
            <p:cNvSpPr/>
            <p:nvPr/>
          </p:nvSpPr>
          <p:spPr>
            <a:xfrm>
              <a:off x="6480445" y="169306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CE30C2-9C9C-FBC5-4112-07FED43FA854}"/>
                </a:ext>
              </a:extLst>
            </p:cNvPr>
            <p:cNvSpPr/>
            <p:nvPr/>
          </p:nvSpPr>
          <p:spPr>
            <a:xfrm>
              <a:off x="6480446" y="3056788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B7BD61-FE10-08AB-A22A-1E7768B81D34}"/>
                </a:ext>
              </a:extLst>
            </p:cNvPr>
            <p:cNvSpPr/>
            <p:nvPr/>
          </p:nvSpPr>
          <p:spPr>
            <a:xfrm>
              <a:off x="6480446" y="4433775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en-IN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CB6E34-3879-6A19-C37F-0DDD4D081EEF}"/>
                </a:ext>
              </a:extLst>
            </p:cNvPr>
            <p:cNvSpPr/>
            <p:nvPr/>
          </p:nvSpPr>
          <p:spPr>
            <a:xfrm>
              <a:off x="326815" y="5827133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en-IN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A9B5FFB-6F4F-9F26-47FE-40AF81489708}"/>
                </a:ext>
              </a:extLst>
            </p:cNvPr>
            <p:cNvSpPr/>
            <p:nvPr/>
          </p:nvSpPr>
          <p:spPr>
            <a:xfrm>
              <a:off x="326815" y="4449186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C34167D-4607-FB3B-F192-53424C362420}"/>
                </a:ext>
              </a:extLst>
            </p:cNvPr>
            <p:cNvSpPr/>
            <p:nvPr/>
          </p:nvSpPr>
          <p:spPr>
            <a:xfrm>
              <a:off x="326815" y="3070796"/>
              <a:ext cx="584153" cy="582253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73D37E6-12A0-A528-066F-265AF7385119}"/>
                </a:ext>
              </a:extLst>
            </p:cNvPr>
            <p:cNvSpPr txBox="1"/>
            <p:nvPr/>
          </p:nvSpPr>
          <p:spPr>
            <a:xfrm>
              <a:off x="7062179" y="5791305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Give admin a central dashboard to oversee all users and departments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612DF9-C3C7-E436-DF94-5BF18952DA3C}"/>
                </a:ext>
              </a:extLst>
            </p:cNvPr>
            <p:cNvSpPr txBox="1"/>
            <p:nvPr/>
          </p:nvSpPr>
          <p:spPr>
            <a:xfrm>
              <a:off x="1121263" y="1702999"/>
              <a:ext cx="48030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Provide a secure, role-based login system for Admin, Doctor, Staff &amp; Patient</a:t>
              </a:r>
              <a:endParaRPr lang="en-US" sz="1800" dirty="0">
                <a:solidFill>
                  <a:srgbClr val="002060"/>
                </a:solidFill>
              </a:endParaRPr>
            </a:p>
            <a:p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1004691-69B6-BD19-9359-E6EAF5EC58FD}"/>
                </a:ext>
              </a:extLst>
            </p:cNvPr>
            <p:cNvSpPr txBox="1"/>
            <p:nvPr/>
          </p:nvSpPr>
          <p:spPr>
            <a:xfrm>
              <a:off x="7062179" y="4373471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 leave application and approval through the admin panel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D2CF90-943E-A05F-B88E-DA68C68C8ADE}"/>
                </a:ext>
              </a:extLst>
            </p:cNvPr>
            <p:cNvSpPr txBox="1"/>
            <p:nvPr/>
          </p:nvSpPr>
          <p:spPr>
            <a:xfrm>
              <a:off x="1083044" y="4453217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Allow doctors to manage medical records and view patient history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E23888-9855-10E1-BEC0-F31F6D2E7586}"/>
                </a:ext>
              </a:extLst>
            </p:cNvPr>
            <p:cNvSpPr txBox="1"/>
            <p:nvPr/>
          </p:nvSpPr>
          <p:spPr>
            <a:xfrm>
              <a:off x="7062179" y="2981046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Calculate and manage monthly salary slips for doctors and staff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7F3D25-2D85-2FD2-2371-E359285D78F4}"/>
                </a:ext>
              </a:extLst>
            </p:cNvPr>
            <p:cNvSpPr txBox="1"/>
            <p:nvPr/>
          </p:nvSpPr>
          <p:spPr>
            <a:xfrm>
              <a:off x="1121263" y="3075639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 patients to book and manage appointments online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2C52B1-E7AE-DB9F-E565-32781088FE73}"/>
                </a:ext>
              </a:extLst>
            </p:cNvPr>
            <p:cNvSpPr txBox="1"/>
            <p:nvPr/>
          </p:nvSpPr>
          <p:spPr>
            <a:xfrm>
              <a:off x="1121263" y="5780278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 attendance tracking — marked automatically on login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D1927AB-A708-8232-3F76-B21B0445B20E}"/>
                </a:ext>
              </a:extLst>
            </p:cNvPr>
            <p:cNvSpPr txBox="1"/>
            <p:nvPr/>
          </p:nvSpPr>
          <p:spPr>
            <a:xfrm>
              <a:off x="7062179" y="1664151"/>
              <a:ext cx="4803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 billing for consultations with paid/unpaid status</a:t>
              </a:r>
              <a:endParaRPr lang="en-US" sz="18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859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450102" y="782122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Technologies 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7584359-688A-80FD-15F4-9F8655BBB489}"/>
              </a:ext>
            </a:extLst>
          </p:cNvPr>
          <p:cNvSpPr txBox="1"/>
          <p:nvPr/>
        </p:nvSpPr>
        <p:spPr>
          <a:xfrm>
            <a:off x="4303579" y="6895369"/>
            <a:ext cx="7594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</a:rPr>
              <a:t>Used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D5CFE2-3F07-4A02-2079-A7064B86347C}"/>
              </a:ext>
            </a:extLst>
          </p:cNvPr>
          <p:cNvGrpSpPr/>
          <p:nvPr/>
        </p:nvGrpSpPr>
        <p:grpSpPr>
          <a:xfrm>
            <a:off x="593959" y="7587891"/>
            <a:ext cx="11461282" cy="5449019"/>
            <a:chOff x="291164" y="1275417"/>
            <a:chExt cx="11461282" cy="5449019"/>
          </a:xfrm>
        </p:grpSpPr>
        <p:sp>
          <p:nvSpPr>
            <p:cNvPr id="101" name="Shape 7">
              <a:extLst>
                <a:ext uri="{FF2B5EF4-FFF2-40B4-BE49-F238E27FC236}">
                  <a16:creationId xmlns:a16="http://schemas.microsoft.com/office/drawing/2014/main" id="{91DF504F-D262-9F34-40DE-D15B6BD23A7A}"/>
                </a:ext>
              </a:extLst>
            </p:cNvPr>
            <p:cNvSpPr/>
            <p:nvPr/>
          </p:nvSpPr>
          <p:spPr>
            <a:xfrm>
              <a:off x="291164" y="127541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CFD8DC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2" name="Shape 11">
              <a:extLst>
                <a:ext uri="{FF2B5EF4-FFF2-40B4-BE49-F238E27FC236}">
                  <a16:creationId xmlns:a16="http://schemas.microsoft.com/office/drawing/2014/main" id="{C36CFD40-52E8-FC10-D1AD-C8D2D811693D}"/>
                </a:ext>
              </a:extLst>
            </p:cNvPr>
            <p:cNvSpPr/>
            <p:nvPr/>
          </p:nvSpPr>
          <p:spPr>
            <a:xfrm>
              <a:off x="291164" y="187763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3" name="Shape 15">
              <a:extLst>
                <a:ext uri="{FF2B5EF4-FFF2-40B4-BE49-F238E27FC236}">
                  <a16:creationId xmlns:a16="http://schemas.microsoft.com/office/drawing/2014/main" id="{53D42055-F211-290A-FA45-E663377F5AD6}"/>
                </a:ext>
              </a:extLst>
            </p:cNvPr>
            <p:cNvSpPr/>
            <p:nvPr/>
          </p:nvSpPr>
          <p:spPr>
            <a:xfrm>
              <a:off x="291164" y="2494496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4" name="Shape 19">
              <a:extLst>
                <a:ext uri="{FF2B5EF4-FFF2-40B4-BE49-F238E27FC236}">
                  <a16:creationId xmlns:a16="http://schemas.microsoft.com/office/drawing/2014/main" id="{AF4F3262-A821-6768-6AB5-1531A55B31F4}"/>
                </a:ext>
              </a:extLst>
            </p:cNvPr>
            <p:cNvSpPr/>
            <p:nvPr/>
          </p:nvSpPr>
          <p:spPr>
            <a:xfrm>
              <a:off x="291164" y="311604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5" name="Shape 23">
              <a:extLst>
                <a:ext uri="{FF2B5EF4-FFF2-40B4-BE49-F238E27FC236}">
                  <a16:creationId xmlns:a16="http://schemas.microsoft.com/office/drawing/2014/main" id="{E6F0608B-9CD3-9269-C0D7-B187A8D01548}"/>
                </a:ext>
              </a:extLst>
            </p:cNvPr>
            <p:cNvSpPr/>
            <p:nvPr/>
          </p:nvSpPr>
          <p:spPr>
            <a:xfrm>
              <a:off x="291164" y="3737598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6" name="Shape 27">
              <a:extLst>
                <a:ext uri="{FF2B5EF4-FFF2-40B4-BE49-F238E27FC236}">
                  <a16:creationId xmlns:a16="http://schemas.microsoft.com/office/drawing/2014/main" id="{42390DD7-701B-F503-B69A-2CDC5B060511}"/>
                </a:ext>
              </a:extLst>
            </p:cNvPr>
            <p:cNvSpPr/>
            <p:nvPr/>
          </p:nvSpPr>
          <p:spPr>
            <a:xfrm>
              <a:off x="291164" y="435445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7" name="Shape 31">
              <a:extLst>
                <a:ext uri="{FF2B5EF4-FFF2-40B4-BE49-F238E27FC236}">
                  <a16:creationId xmlns:a16="http://schemas.microsoft.com/office/drawing/2014/main" id="{5193A635-AB91-4E91-9D96-25CB55364EA3}"/>
                </a:ext>
              </a:extLst>
            </p:cNvPr>
            <p:cNvSpPr/>
            <p:nvPr/>
          </p:nvSpPr>
          <p:spPr>
            <a:xfrm>
              <a:off x="291164" y="4976008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8" name="Shape 35">
              <a:extLst>
                <a:ext uri="{FF2B5EF4-FFF2-40B4-BE49-F238E27FC236}">
                  <a16:creationId xmlns:a16="http://schemas.microsoft.com/office/drawing/2014/main" id="{05E9BEC6-7A41-49E1-40A2-CC3990D6F43E}"/>
                </a:ext>
              </a:extLst>
            </p:cNvPr>
            <p:cNvSpPr/>
            <p:nvPr/>
          </p:nvSpPr>
          <p:spPr>
            <a:xfrm>
              <a:off x="291164" y="5597559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109" name="Shape 39">
              <a:extLst>
                <a:ext uri="{FF2B5EF4-FFF2-40B4-BE49-F238E27FC236}">
                  <a16:creationId xmlns:a16="http://schemas.microsoft.com/office/drawing/2014/main" id="{28B0A799-340F-77C5-FDB4-46909D0ED9F4}"/>
                </a:ext>
              </a:extLst>
            </p:cNvPr>
            <p:cNvSpPr/>
            <p:nvPr/>
          </p:nvSpPr>
          <p:spPr>
            <a:xfrm>
              <a:off x="291164" y="6219110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10" name="Text 9">
              <a:extLst>
                <a:ext uri="{FF2B5EF4-FFF2-40B4-BE49-F238E27FC236}">
                  <a16:creationId xmlns:a16="http://schemas.microsoft.com/office/drawing/2014/main" id="{86C3C87C-A758-8AC8-13D4-6E8A85D511C6}"/>
                </a:ext>
              </a:extLst>
            </p:cNvPr>
            <p:cNvSpPr/>
            <p:nvPr/>
          </p:nvSpPr>
          <p:spPr>
            <a:xfrm>
              <a:off x="439554" y="1305426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Language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1" name="Text 10">
              <a:extLst>
                <a:ext uri="{FF2B5EF4-FFF2-40B4-BE49-F238E27FC236}">
                  <a16:creationId xmlns:a16="http://schemas.microsoft.com/office/drawing/2014/main" id="{017290C0-D312-0BAA-5AEC-62FE1298E920}"/>
                </a:ext>
              </a:extLst>
            </p:cNvPr>
            <p:cNvSpPr/>
            <p:nvPr/>
          </p:nvSpPr>
          <p:spPr>
            <a:xfrm>
              <a:off x="5831503" y="1324374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2" name="Text 13">
              <a:extLst>
                <a:ext uri="{FF2B5EF4-FFF2-40B4-BE49-F238E27FC236}">
                  <a16:creationId xmlns:a16="http://schemas.microsoft.com/office/drawing/2014/main" id="{FB5D5824-E127-D78F-F262-A0D2BBD90725}"/>
                </a:ext>
              </a:extLst>
            </p:cNvPr>
            <p:cNvSpPr/>
            <p:nvPr/>
          </p:nvSpPr>
          <p:spPr>
            <a:xfrm>
              <a:off x="439554" y="1910953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 Framework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3" name="Text 14">
              <a:extLst>
                <a:ext uri="{FF2B5EF4-FFF2-40B4-BE49-F238E27FC236}">
                  <a16:creationId xmlns:a16="http://schemas.microsoft.com/office/drawing/2014/main" id="{87DFA2F0-21A1-C1A5-8EBF-5A1DA34BD971}"/>
                </a:ext>
              </a:extLst>
            </p:cNvPr>
            <p:cNvSpPr/>
            <p:nvPr/>
          </p:nvSpPr>
          <p:spPr>
            <a:xfrm>
              <a:off x="5831503" y="1928879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4" name="Text 17">
              <a:extLst>
                <a:ext uri="{FF2B5EF4-FFF2-40B4-BE49-F238E27FC236}">
                  <a16:creationId xmlns:a16="http://schemas.microsoft.com/office/drawing/2014/main" id="{E320055D-7F7C-246A-7E2B-0B8076D88058}"/>
                </a:ext>
              </a:extLst>
            </p:cNvPr>
            <p:cNvSpPr/>
            <p:nvPr/>
          </p:nvSpPr>
          <p:spPr>
            <a:xfrm>
              <a:off x="439554" y="2526489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5" name="Text 18">
              <a:extLst>
                <a:ext uri="{FF2B5EF4-FFF2-40B4-BE49-F238E27FC236}">
                  <a16:creationId xmlns:a16="http://schemas.microsoft.com/office/drawing/2014/main" id="{360CCE01-66BE-3FEC-DAB2-F31C9F0B0CB0}"/>
                </a:ext>
              </a:extLst>
            </p:cNvPr>
            <p:cNvSpPr/>
            <p:nvPr/>
          </p:nvSpPr>
          <p:spPr>
            <a:xfrm>
              <a:off x="5831503" y="2512985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SQLite3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6" name="Text 21">
              <a:extLst>
                <a:ext uri="{FF2B5EF4-FFF2-40B4-BE49-F238E27FC236}">
                  <a16:creationId xmlns:a16="http://schemas.microsoft.com/office/drawing/2014/main" id="{E21E44FD-D735-5F36-C5A6-2D8DFA907CA3}"/>
                </a:ext>
              </a:extLst>
            </p:cNvPr>
            <p:cNvSpPr/>
            <p:nvPr/>
          </p:nvSpPr>
          <p:spPr>
            <a:xfrm>
              <a:off x="439554" y="3140464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DB Access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7" name="Text 22">
              <a:extLst>
                <a:ext uri="{FF2B5EF4-FFF2-40B4-BE49-F238E27FC236}">
                  <a16:creationId xmlns:a16="http://schemas.microsoft.com/office/drawing/2014/main" id="{6256313C-A8BA-E0A3-51C0-E407707F8BF5}"/>
                </a:ext>
              </a:extLst>
            </p:cNvPr>
            <p:cNvSpPr/>
            <p:nvPr/>
          </p:nvSpPr>
          <p:spPr>
            <a:xfrm>
              <a:off x="5831503" y="3169460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sqlite3 module (raw SQL)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8" name="Text 25">
              <a:extLst>
                <a:ext uri="{FF2B5EF4-FFF2-40B4-BE49-F238E27FC236}">
                  <a16:creationId xmlns:a16="http://schemas.microsoft.com/office/drawing/2014/main" id="{5C681CE6-7C30-B310-AC00-708A00626798}"/>
                </a:ext>
              </a:extLst>
            </p:cNvPr>
            <p:cNvSpPr/>
            <p:nvPr/>
          </p:nvSpPr>
          <p:spPr>
            <a:xfrm>
              <a:off x="439554" y="376556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9" name="Text 26">
              <a:extLst>
                <a:ext uri="{FF2B5EF4-FFF2-40B4-BE49-F238E27FC236}">
                  <a16:creationId xmlns:a16="http://schemas.microsoft.com/office/drawing/2014/main" id="{DA01D904-12ED-3115-5816-49BE1DD897EE}"/>
                </a:ext>
              </a:extLst>
            </p:cNvPr>
            <p:cNvSpPr/>
            <p:nvPr/>
          </p:nvSpPr>
          <p:spPr>
            <a:xfrm>
              <a:off x="5831503" y="3761336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HTML5, CSS3, JavaScript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20" name="Text 29">
              <a:extLst>
                <a:ext uri="{FF2B5EF4-FFF2-40B4-BE49-F238E27FC236}">
                  <a16:creationId xmlns:a16="http://schemas.microsoft.com/office/drawing/2014/main" id="{3757CB2B-838B-81EF-55D7-E6CBB100BBF2}"/>
                </a:ext>
              </a:extLst>
            </p:cNvPr>
            <p:cNvSpPr/>
            <p:nvPr/>
          </p:nvSpPr>
          <p:spPr>
            <a:xfrm>
              <a:off x="439554" y="438130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Templating Engine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 30">
              <a:extLst>
                <a:ext uri="{FF2B5EF4-FFF2-40B4-BE49-F238E27FC236}">
                  <a16:creationId xmlns:a16="http://schemas.microsoft.com/office/drawing/2014/main" id="{0A2C6226-4BD3-B94E-DF5A-CFC9C9AE7A08}"/>
                </a:ext>
              </a:extLst>
            </p:cNvPr>
            <p:cNvSpPr/>
            <p:nvPr/>
          </p:nvSpPr>
          <p:spPr>
            <a:xfrm>
              <a:off x="5831503" y="4410391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Jinja2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22" name="Text 33">
              <a:extLst>
                <a:ext uri="{FF2B5EF4-FFF2-40B4-BE49-F238E27FC236}">
                  <a16:creationId xmlns:a16="http://schemas.microsoft.com/office/drawing/2014/main" id="{5D91103B-E624-1277-E45D-FDFC1FA311B9}"/>
                </a:ext>
              </a:extLst>
            </p:cNvPr>
            <p:cNvSpPr/>
            <p:nvPr/>
          </p:nvSpPr>
          <p:spPr>
            <a:xfrm>
              <a:off x="439554" y="497662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Password Security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3" name="Text 34">
              <a:extLst>
                <a:ext uri="{FF2B5EF4-FFF2-40B4-BE49-F238E27FC236}">
                  <a16:creationId xmlns:a16="http://schemas.microsoft.com/office/drawing/2014/main" id="{B119DA85-CA0B-CA55-1F40-E7C38263FDED}"/>
                </a:ext>
              </a:extLst>
            </p:cNvPr>
            <p:cNvSpPr/>
            <p:nvPr/>
          </p:nvSpPr>
          <p:spPr>
            <a:xfrm>
              <a:off x="5831503" y="5003975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Werkzeug (hash + verify)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24" name="Text 37">
              <a:extLst>
                <a:ext uri="{FF2B5EF4-FFF2-40B4-BE49-F238E27FC236}">
                  <a16:creationId xmlns:a16="http://schemas.microsoft.com/office/drawing/2014/main" id="{15D50FD4-5C67-56BA-A20A-D0F53FFE5884}"/>
                </a:ext>
              </a:extLst>
            </p:cNvPr>
            <p:cNvSpPr/>
            <p:nvPr/>
          </p:nvSpPr>
          <p:spPr>
            <a:xfrm>
              <a:off x="439554" y="5625526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Session Management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5" name="Text 38">
              <a:extLst>
                <a:ext uri="{FF2B5EF4-FFF2-40B4-BE49-F238E27FC236}">
                  <a16:creationId xmlns:a16="http://schemas.microsoft.com/office/drawing/2014/main" id="{2D82E752-5DCF-BC22-98BC-1277E0C848FD}"/>
                </a:ext>
              </a:extLst>
            </p:cNvPr>
            <p:cNvSpPr/>
            <p:nvPr/>
          </p:nvSpPr>
          <p:spPr>
            <a:xfrm>
              <a:off x="5831503" y="5625526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Sessions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26" name="Text 41">
              <a:extLst>
                <a:ext uri="{FF2B5EF4-FFF2-40B4-BE49-F238E27FC236}">
                  <a16:creationId xmlns:a16="http://schemas.microsoft.com/office/drawing/2014/main" id="{4679333A-12A2-2DE1-1FA3-14EAA901D638}"/>
                </a:ext>
              </a:extLst>
            </p:cNvPr>
            <p:cNvSpPr/>
            <p:nvPr/>
          </p:nvSpPr>
          <p:spPr>
            <a:xfrm>
              <a:off x="439554" y="6247077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 / Editor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7" name="Text 42">
              <a:extLst>
                <a:ext uri="{FF2B5EF4-FFF2-40B4-BE49-F238E27FC236}">
                  <a16:creationId xmlns:a16="http://schemas.microsoft.com/office/drawing/2014/main" id="{34D32595-7987-BA5A-31D0-6173FAB53CA3}"/>
                </a:ext>
              </a:extLst>
            </p:cNvPr>
            <p:cNvSpPr/>
            <p:nvPr/>
          </p:nvSpPr>
          <p:spPr>
            <a:xfrm>
              <a:off x="5831503" y="6247077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Studio Code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28" name="Text 45">
              <a:extLst>
                <a:ext uri="{FF2B5EF4-FFF2-40B4-BE49-F238E27FC236}">
                  <a16:creationId xmlns:a16="http://schemas.microsoft.com/office/drawing/2014/main" id="{7605D79F-44B9-88C1-0E7B-06A334825436}"/>
                </a:ext>
              </a:extLst>
            </p:cNvPr>
            <p:cNvSpPr/>
            <p:nvPr/>
          </p:nvSpPr>
          <p:spPr>
            <a:xfrm>
              <a:off x="439554" y="4751929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1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443430"/>
      </p:ext>
    </p:extLst>
  </p:cSld>
  <p:clrMapOvr>
    <a:masterClrMapping/>
  </p:clrMapOvr>
  <p:transition advClick="0" advTm="1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FBB1BB1-09DA-6DF3-81D8-78F13D9DF251}"/>
              </a:ext>
            </a:extLst>
          </p:cNvPr>
          <p:cNvSpPr txBox="1"/>
          <p:nvPr/>
        </p:nvSpPr>
        <p:spPr>
          <a:xfrm>
            <a:off x="215900" y="266125"/>
            <a:ext cx="30282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Technologies </a:t>
            </a:r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E3FD05-498E-AD23-0620-78F1A95F4AFB}"/>
              </a:ext>
            </a:extLst>
          </p:cNvPr>
          <p:cNvGrpSpPr/>
          <p:nvPr/>
        </p:nvGrpSpPr>
        <p:grpSpPr>
          <a:xfrm>
            <a:off x="365359" y="1142856"/>
            <a:ext cx="11461282" cy="5449019"/>
            <a:chOff x="291164" y="1275417"/>
            <a:chExt cx="11461282" cy="5449019"/>
          </a:xfrm>
        </p:grpSpPr>
        <p:sp>
          <p:nvSpPr>
            <p:cNvPr id="39" name="Shape 7">
              <a:extLst>
                <a:ext uri="{FF2B5EF4-FFF2-40B4-BE49-F238E27FC236}">
                  <a16:creationId xmlns:a16="http://schemas.microsoft.com/office/drawing/2014/main" id="{9D835600-5E2E-3700-2C7A-067D344B5524}"/>
                </a:ext>
              </a:extLst>
            </p:cNvPr>
            <p:cNvSpPr/>
            <p:nvPr/>
          </p:nvSpPr>
          <p:spPr>
            <a:xfrm>
              <a:off x="291164" y="127541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CFD8DC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0" name="Shape 11">
              <a:extLst>
                <a:ext uri="{FF2B5EF4-FFF2-40B4-BE49-F238E27FC236}">
                  <a16:creationId xmlns:a16="http://schemas.microsoft.com/office/drawing/2014/main" id="{3B04D202-FF9E-79AF-8A6F-00FB52FBF41A}"/>
                </a:ext>
              </a:extLst>
            </p:cNvPr>
            <p:cNvSpPr/>
            <p:nvPr/>
          </p:nvSpPr>
          <p:spPr>
            <a:xfrm>
              <a:off x="291164" y="187763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1" name="Shape 15">
              <a:extLst>
                <a:ext uri="{FF2B5EF4-FFF2-40B4-BE49-F238E27FC236}">
                  <a16:creationId xmlns:a16="http://schemas.microsoft.com/office/drawing/2014/main" id="{CD38DBC3-F820-47C9-257B-E3B5080B60AD}"/>
                </a:ext>
              </a:extLst>
            </p:cNvPr>
            <p:cNvSpPr/>
            <p:nvPr/>
          </p:nvSpPr>
          <p:spPr>
            <a:xfrm>
              <a:off x="291164" y="2494496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2" name="Shape 19">
              <a:extLst>
                <a:ext uri="{FF2B5EF4-FFF2-40B4-BE49-F238E27FC236}">
                  <a16:creationId xmlns:a16="http://schemas.microsoft.com/office/drawing/2014/main" id="{EB1FAF78-B4CC-FDBD-FBF7-0A95E4DD1CC4}"/>
                </a:ext>
              </a:extLst>
            </p:cNvPr>
            <p:cNvSpPr/>
            <p:nvPr/>
          </p:nvSpPr>
          <p:spPr>
            <a:xfrm>
              <a:off x="291164" y="311604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5C075EF5-DD87-A31A-AA84-448743D5705B}"/>
                </a:ext>
              </a:extLst>
            </p:cNvPr>
            <p:cNvSpPr/>
            <p:nvPr/>
          </p:nvSpPr>
          <p:spPr>
            <a:xfrm>
              <a:off x="291164" y="3737598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4" name="Shape 27">
              <a:extLst>
                <a:ext uri="{FF2B5EF4-FFF2-40B4-BE49-F238E27FC236}">
                  <a16:creationId xmlns:a16="http://schemas.microsoft.com/office/drawing/2014/main" id="{8930189C-24E0-2773-437E-981D8582E973}"/>
                </a:ext>
              </a:extLst>
            </p:cNvPr>
            <p:cNvSpPr/>
            <p:nvPr/>
          </p:nvSpPr>
          <p:spPr>
            <a:xfrm>
              <a:off x="291164" y="4354457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5" name="Shape 31">
              <a:extLst>
                <a:ext uri="{FF2B5EF4-FFF2-40B4-BE49-F238E27FC236}">
                  <a16:creationId xmlns:a16="http://schemas.microsoft.com/office/drawing/2014/main" id="{07AE3E78-CB0F-73BE-2037-7E1EC40617CB}"/>
                </a:ext>
              </a:extLst>
            </p:cNvPr>
            <p:cNvSpPr/>
            <p:nvPr/>
          </p:nvSpPr>
          <p:spPr>
            <a:xfrm>
              <a:off x="291164" y="4976008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6" name="Shape 35">
              <a:extLst>
                <a:ext uri="{FF2B5EF4-FFF2-40B4-BE49-F238E27FC236}">
                  <a16:creationId xmlns:a16="http://schemas.microsoft.com/office/drawing/2014/main" id="{66A52C4C-107A-B31E-C0CC-026B06DCB11A}"/>
                </a:ext>
              </a:extLst>
            </p:cNvPr>
            <p:cNvSpPr/>
            <p:nvPr/>
          </p:nvSpPr>
          <p:spPr>
            <a:xfrm>
              <a:off x="291164" y="5597559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</p:sp>
        <p:sp>
          <p:nvSpPr>
            <p:cNvPr id="47" name="Shape 39">
              <a:extLst>
                <a:ext uri="{FF2B5EF4-FFF2-40B4-BE49-F238E27FC236}">
                  <a16:creationId xmlns:a16="http://schemas.microsoft.com/office/drawing/2014/main" id="{C3EFDE24-E623-61D3-E6F5-C8D16EDD62F5}"/>
                </a:ext>
              </a:extLst>
            </p:cNvPr>
            <p:cNvSpPr/>
            <p:nvPr/>
          </p:nvSpPr>
          <p:spPr>
            <a:xfrm>
              <a:off x="291164" y="6219110"/>
              <a:ext cx="11461282" cy="505326"/>
            </a:xfrm>
            <a:prstGeom prst="rect">
              <a:avLst/>
            </a:prstGeom>
            <a:solidFill>
              <a:srgbClr val="002060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8" name="Text 9">
              <a:extLst>
                <a:ext uri="{FF2B5EF4-FFF2-40B4-BE49-F238E27FC236}">
                  <a16:creationId xmlns:a16="http://schemas.microsoft.com/office/drawing/2014/main" id="{36654A4B-D891-5394-D30C-E6C8B49D03E4}"/>
                </a:ext>
              </a:extLst>
            </p:cNvPr>
            <p:cNvSpPr/>
            <p:nvPr/>
          </p:nvSpPr>
          <p:spPr>
            <a:xfrm>
              <a:off x="439554" y="1305426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Language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7FAD52D5-6062-2A8B-96CD-AFE1B2ABB214}"/>
                </a:ext>
              </a:extLst>
            </p:cNvPr>
            <p:cNvSpPr/>
            <p:nvPr/>
          </p:nvSpPr>
          <p:spPr>
            <a:xfrm>
              <a:off x="5831503" y="1324374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3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0" name="Text 13">
              <a:extLst>
                <a:ext uri="{FF2B5EF4-FFF2-40B4-BE49-F238E27FC236}">
                  <a16:creationId xmlns:a16="http://schemas.microsoft.com/office/drawing/2014/main" id="{5DE545D3-0EE1-9117-D7C2-A4E6947BBFFF}"/>
                </a:ext>
              </a:extLst>
            </p:cNvPr>
            <p:cNvSpPr/>
            <p:nvPr/>
          </p:nvSpPr>
          <p:spPr>
            <a:xfrm>
              <a:off x="439554" y="1910953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 Framework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1" name="Text 14">
              <a:extLst>
                <a:ext uri="{FF2B5EF4-FFF2-40B4-BE49-F238E27FC236}">
                  <a16:creationId xmlns:a16="http://schemas.microsoft.com/office/drawing/2014/main" id="{A5B00A88-0961-E064-F9D2-A6DF6493625F}"/>
                </a:ext>
              </a:extLst>
            </p:cNvPr>
            <p:cNvSpPr/>
            <p:nvPr/>
          </p:nvSpPr>
          <p:spPr>
            <a:xfrm>
              <a:off x="5831503" y="1928879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20F3723A-B5D8-EDB5-9580-3F9D0BBF6B1A}"/>
                </a:ext>
              </a:extLst>
            </p:cNvPr>
            <p:cNvSpPr/>
            <p:nvPr/>
          </p:nvSpPr>
          <p:spPr>
            <a:xfrm>
              <a:off x="439554" y="2526489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F05CCED2-C337-A0CF-9DA4-403A108F093C}"/>
                </a:ext>
              </a:extLst>
            </p:cNvPr>
            <p:cNvSpPr/>
            <p:nvPr/>
          </p:nvSpPr>
          <p:spPr>
            <a:xfrm>
              <a:off x="5831503" y="2512985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SQLite3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 21">
              <a:extLst>
                <a:ext uri="{FF2B5EF4-FFF2-40B4-BE49-F238E27FC236}">
                  <a16:creationId xmlns:a16="http://schemas.microsoft.com/office/drawing/2014/main" id="{0D5841E7-3439-B788-8F1B-40F42673F3C2}"/>
                </a:ext>
              </a:extLst>
            </p:cNvPr>
            <p:cNvSpPr/>
            <p:nvPr/>
          </p:nvSpPr>
          <p:spPr>
            <a:xfrm>
              <a:off x="439554" y="3140464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DB Access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639E7ABD-CE91-D448-45C3-8F174B5D97EA}"/>
                </a:ext>
              </a:extLst>
            </p:cNvPr>
            <p:cNvSpPr/>
            <p:nvPr/>
          </p:nvSpPr>
          <p:spPr>
            <a:xfrm>
              <a:off x="5831503" y="3169460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sqlite3 module (raw SQL)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A6585BAA-5642-48C0-70BB-B721498B13C0}"/>
                </a:ext>
              </a:extLst>
            </p:cNvPr>
            <p:cNvSpPr/>
            <p:nvPr/>
          </p:nvSpPr>
          <p:spPr>
            <a:xfrm>
              <a:off x="439554" y="376556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 26">
              <a:extLst>
                <a:ext uri="{FF2B5EF4-FFF2-40B4-BE49-F238E27FC236}">
                  <a16:creationId xmlns:a16="http://schemas.microsoft.com/office/drawing/2014/main" id="{C658F1AF-F661-352E-27FC-54BF7BDD8CE8}"/>
                </a:ext>
              </a:extLst>
            </p:cNvPr>
            <p:cNvSpPr/>
            <p:nvPr/>
          </p:nvSpPr>
          <p:spPr>
            <a:xfrm>
              <a:off x="5831503" y="3761336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HTML5, CSS3, JavaScript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 29">
              <a:extLst>
                <a:ext uri="{FF2B5EF4-FFF2-40B4-BE49-F238E27FC236}">
                  <a16:creationId xmlns:a16="http://schemas.microsoft.com/office/drawing/2014/main" id="{DB8FA7D3-2F0A-A2FB-C97F-B0768D04B73A}"/>
                </a:ext>
              </a:extLst>
            </p:cNvPr>
            <p:cNvSpPr/>
            <p:nvPr/>
          </p:nvSpPr>
          <p:spPr>
            <a:xfrm>
              <a:off x="439554" y="438130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Templating Engine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59" name="Text 30">
              <a:extLst>
                <a:ext uri="{FF2B5EF4-FFF2-40B4-BE49-F238E27FC236}">
                  <a16:creationId xmlns:a16="http://schemas.microsoft.com/office/drawing/2014/main" id="{2097A1DE-2F74-ABE0-5475-B148A7533437}"/>
                </a:ext>
              </a:extLst>
            </p:cNvPr>
            <p:cNvSpPr/>
            <p:nvPr/>
          </p:nvSpPr>
          <p:spPr>
            <a:xfrm>
              <a:off x="5831503" y="4410391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Jinja2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0" name="Text 33">
              <a:extLst>
                <a:ext uri="{FF2B5EF4-FFF2-40B4-BE49-F238E27FC236}">
                  <a16:creationId xmlns:a16="http://schemas.microsoft.com/office/drawing/2014/main" id="{49147506-3D35-4497-0EC6-5A466B200923}"/>
                </a:ext>
              </a:extLst>
            </p:cNvPr>
            <p:cNvSpPr/>
            <p:nvPr/>
          </p:nvSpPr>
          <p:spPr>
            <a:xfrm>
              <a:off x="439554" y="4976625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Password Security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 34">
              <a:extLst>
                <a:ext uri="{FF2B5EF4-FFF2-40B4-BE49-F238E27FC236}">
                  <a16:creationId xmlns:a16="http://schemas.microsoft.com/office/drawing/2014/main" id="{E4759EE4-4622-6C0A-9C4C-A28F6197E54F}"/>
                </a:ext>
              </a:extLst>
            </p:cNvPr>
            <p:cNvSpPr/>
            <p:nvPr/>
          </p:nvSpPr>
          <p:spPr>
            <a:xfrm>
              <a:off x="5831503" y="5003975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Werkzeug (hash + verify)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 37">
              <a:extLst>
                <a:ext uri="{FF2B5EF4-FFF2-40B4-BE49-F238E27FC236}">
                  <a16:creationId xmlns:a16="http://schemas.microsoft.com/office/drawing/2014/main" id="{371E78A2-C4BA-6E42-D2BE-C178E070F05D}"/>
                </a:ext>
              </a:extLst>
            </p:cNvPr>
            <p:cNvSpPr/>
            <p:nvPr/>
          </p:nvSpPr>
          <p:spPr>
            <a:xfrm>
              <a:off x="439554" y="5625526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Session Management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 38">
              <a:extLst>
                <a:ext uri="{FF2B5EF4-FFF2-40B4-BE49-F238E27FC236}">
                  <a16:creationId xmlns:a16="http://schemas.microsoft.com/office/drawing/2014/main" id="{6CA0ED42-185C-13D7-2196-F4459D7E7042}"/>
                </a:ext>
              </a:extLst>
            </p:cNvPr>
            <p:cNvSpPr/>
            <p:nvPr/>
          </p:nvSpPr>
          <p:spPr>
            <a:xfrm>
              <a:off x="5831503" y="5625526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Sessions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4" name="Text 41">
              <a:extLst>
                <a:ext uri="{FF2B5EF4-FFF2-40B4-BE49-F238E27FC236}">
                  <a16:creationId xmlns:a16="http://schemas.microsoft.com/office/drawing/2014/main" id="{8E3F6A52-9683-18DB-0783-35E3289F8D93}"/>
                </a:ext>
              </a:extLst>
            </p:cNvPr>
            <p:cNvSpPr/>
            <p:nvPr/>
          </p:nvSpPr>
          <p:spPr>
            <a:xfrm>
              <a:off x="439554" y="6247077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 / Editor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 42">
              <a:extLst>
                <a:ext uri="{FF2B5EF4-FFF2-40B4-BE49-F238E27FC236}">
                  <a16:creationId xmlns:a16="http://schemas.microsoft.com/office/drawing/2014/main" id="{2EA3B93C-5361-549C-56A0-4AEF4AD55AA3}"/>
                </a:ext>
              </a:extLst>
            </p:cNvPr>
            <p:cNvSpPr/>
            <p:nvPr/>
          </p:nvSpPr>
          <p:spPr>
            <a:xfrm>
              <a:off x="5831503" y="6247077"/>
              <a:ext cx="5640404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Studio Code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6" name="Text 45">
              <a:extLst>
                <a:ext uri="{FF2B5EF4-FFF2-40B4-BE49-F238E27FC236}">
                  <a16:creationId xmlns:a16="http://schemas.microsoft.com/office/drawing/2014/main" id="{5C156BB1-176C-1969-7188-762680DE4849}"/>
                </a:ext>
              </a:extLst>
            </p:cNvPr>
            <p:cNvSpPr/>
            <p:nvPr/>
          </p:nvSpPr>
          <p:spPr>
            <a:xfrm>
              <a:off x="439554" y="4751929"/>
              <a:ext cx="3796426" cy="4493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1A94B262-1355-73D7-1641-24EF5DD0EB3A}"/>
              </a:ext>
            </a:extLst>
          </p:cNvPr>
          <p:cNvSpPr txBox="1"/>
          <p:nvPr/>
        </p:nvSpPr>
        <p:spPr>
          <a:xfrm>
            <a:off x="2564426" y="243507"/>
            <a:ext cx="759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Used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161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Contribution 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832AC5F1-2E36-FB77-61BC-BABAE033A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349908"/>
              </p:ext>
            </p:extLst>
          </p:nvPr>
        </p:nvGraphicFramePr>
        <p:xfrm>
          <a:off x="829692" y="7565677"/>
          <a:ext cx="11107554" cy="4976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3777">
                  <a:extLst>
                    <a:ext uri="{9D8B030D-6E8A-4147-A177-3AD203B41FA5}">
                      <a16:colId xmlns:a16="http://schemas.microsoft.com/office/drawing/2014/main" val="1741670379"/>
                    </a:ext>
                  </a:extLst>
                </a:gridCol>
                <a:gridCol w="5553777">
                  <a:extLst>
                    <a:ext uri="{9D8B030D-6E8A-4147-A177-3AD203B41FA5}">
                      <a16:colId xmlns:a16="http://schemas.microsoft.com/office/drawing/2014/main" val="612221939"/>
                    </a:ext>
                  </a:extLst>
                </a:gridCol>
              </a:tblGrid>
              <a:tr h="963443"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69707"/>
                  </a:ext>
                </a:extLst>
              </a:tr>
              <a:tr h="4013400"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39191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4B19C4A-936D-4E9E-986D-1793E39F08EE}"/>
              </a:ext>
            </a:extLst>
          </p:cNvPr>
          <p:cNvSpPr txBox="1"/>
          <p:nvPr/>
        </p:nvSpPr>
        <p:spPr>
          <a:xfrm>
            <a:off x="999737" y="7758763"/>
            <a:ext cx="527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Abhinav’s Work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E322E7-46A4-489A-3ACD-6D137DA741AC}"/>
              </a:ext>
            </a:extLst>
          </p:cNvPr>
          <p:cNvSpPr txBox="1"/>
          <p:nvPr/>
        </p:nvSpPr>
        <p:spPr>
          <a:xfrm>
            <a:off x="6492558" y="7758762"/>
            <a:ext cx="527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Abhay’s Work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828D7-3A33-766F-4C9F-525BD3003855}"/>
              </a:ext>
            </a:extLst>
          </p:cNvPr>
          <p:cNvSpPr txBox="1"/>
          <p:nvPr/>
        </p:nvSpPr>
        <p:spPr>
          <a:xfrm>
            <a:off x="999735" y="8685027"/>
            <a:ext cx="518802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Designed the full schema for tables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Database creation using foreign keys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Developed Admin Panel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Built Login, Sign Up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Basic CRUD command application while integrating this with the UI</a:t>
            </a:r>
            <a:endParaRPr lang="en-IN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EC96F-A77F-183B-7B1E-7206A1C50CE3}"/>
              </a:ext>
            </a:extLst>
          </p:cNvPr>
          <p:cNvSpPr txBox="1"/>
          <p:nvPr/>
        </p:nvSpPr>
        <p:spPr>
          <a:xfrm>
            <a:off x="6579183" y="8685027"/>
            <a:ext cx="51880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Designed the frontend using HTML CSS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Made the Patients, Doctors , Staff dashboards while using Jinja2 to identify the type of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Medical Records and billing Pages created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Team</a:t>
            </a:r>
            <a:endParaRPr lang="en-IN" sz="1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299548"/>
      </p:ext>
    </p:extLst>
  </p:cSld>
  <p:clrMapOvr>
    <a:masterClrMapping/>
  </p:clrMapOvr>
  <p:transition advClick="0" advTm="1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7822BB-B408-9A76-9E25-CD002C87EC04}"/>
              </a:ext>
            </a:extLst>
          </p:cNvPr>
          <p:cNvSpPr txBox="1"/>
          <p:nvPr/>
        </p:nvSpPr>
        <p:spPr>
          <a:xfrm>
            <a:off x="1327910" y="282940"/>
            <a:ext cx="2443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Contribution 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8AA0A-8085-3DD7-78E2-3D3A5F80CC85}"/>
              </a:ext>
            </a:extLst>
          </p:cNvPr>
          <p:cNvSpPr txBox="1"/>
          <p:nvPr/>
        </p:nvSpPr>
        <p:spPr>
          <a:xfrm>
            <a:off x="215900" y="282940"/>
            <a:ext cx="1360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Team</a:t>
            </a:r>
            <a:endParaRPr lang="en-IN" sz="32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F1BE9E5A-526B-6D39-F728-08823CEE1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97301"/>
              </p:ext>
            </p:extLst>
          </p:nvPr>
        </p:nvGraphicFramePr>
        <p:xfrm>
          <a:off x="463497" y="1208393"/>
          <a:ext cx="11107554" cy="4976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3777">
                  <a:extLst>
                    <a:ext uri="{9D8B030D-6E8A-4147-A177-3AD203B41FA5}">
                      <a16:colId xmlns:a16="http://schemas.microsoft.com/office/drawing/2014/main" val="1741670379"/>
                    </a:ext>
                  </a:extLst>
                </a:gridCol>
                <a:gridCol w="5553777">
                  <a:extLst>
                    <a:ext uri="{9D8B030D-6E8A-4147-A177-3AD203B41FA5}">
                      <a16:colId xmlns:a16="http://schemas.microsoft.com/office/drawing/2014/main" val="612221939"/>
                    </a:ext>
                  </a:extLst>
                </a:gridCol>
              </a:tblGrid>
              <a:tr h="963443"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69707"/>
                  </a:ext>
                </a:extLst>
              </a:tr>
              <a:tr h="4013400"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3919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5FC8ED-5CFE-DFFD-1FC0-EE18C9CE21B7}"/>
              </a:ext>
            </a:extLst>
          </p:cNvPr>
          <p:cNvSpPr txBox="1"/>
          <p:nvPr/>
        </p:nvSpPr>
        <p:spPr>
          <a:xfrm>
            <a:off x="633542" y="1401479"/>
            <a:ext cx="527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Abhinav’s Work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8B878C-73CC-05CC-9B51-C9736E5A0C71}"/>
              </a:ext>
            </a:extLst>
          </p:cNvPr>
          <p:cNvSpPr txBox="1"/>
          <p:nvPr/>
        </p:nvSpPr>
        <p:spPr>
          <a:xfrm>
            <a:off x="6126363" y="1401478"/>
            <a:ext cx="5274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Abhay’s Work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C936B-4394-D072-2136-E0B08DDCB933}"/>
              </a:ext>
            </a:extLst>
          </p:cNvPr>
          <p:cNvSpPr txBox="1"/>
          <p:nvPr/>
        </p:nvSpPr>
        <p:spPr>
          <a:xfrm>
            <a:off x="633540" y="2327743"/>
            <a:ext cx="518802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Designed the full schema for tables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Database creation using foreign keys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Developed Admin Panel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Built Login, Sign Up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Basic CRUD command application while integrating this with the UI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D703C-8CBD-F610-2E8E-BAF748249C7C}"/>
              </a:ext>
            </a:extLst>
          </p:cNvPr>
          <p:cNvSpPr txBox="1"/>
          <p:nvPr/>
        </p:nvSpPr>
        <p:spPr>
          <a:xfrm>
            <a:off x="6212988" y="2327743"/>
            <a:ext cx="51880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Designed the frontend using HTML CSS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Made the Patients, Doctors , Staff dashboards while using Jinja2 to identify the type of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Medical Records and billing Pages created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66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Design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Database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921FB9-C27E-E3D8-0453-A1E94829D15B}"/>
              </a:ext>
            </a:extLst>
          </p:cNvPr>
          <p:cNvGrpSpPr/>
          <p:nvPr/>
        </p:nvGrpSpPr>
        <p:grpSpPr>
          <a:xfrm>
            <a:off x="128042" y="7067689"/>
            <a:ext cx="11889912" cy="5632311"/>
            <a:chOff x="151044" y="1058762"/>
            <a:chExt cx="11889912" cy="5632311"/>
          </a:xfrm>
        </p:grpSpPr>
        <p:sp>
          <p:nvSpPr>
            <p:cNvPr id="19" name="Flowchart: Alternate Process 18">
              <a:extLst>
                <a:ext uri="{FF2B5EF4-FFF2-40B4-BE49-F238E27FC236}">
                  <a16:creationId xmlns:a16="http://schemas.microsoft.com/office/drawing/2014/main" id="{40A1923A-D996-7759-5B9E-E0CE45CFD646}"/>
                </a:ext>
              </a:extLst>
            </p:cNvPr>
            <p:cNvSpPr/>
            <p:nvPr/>
          </p:nvSpPr>
          <p:spPr>
            <a:xfrm>
              <a:off x="9359900" y="1058762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rPr>
                <a:t>USERS</a:t>
              </a:r>
              <a:endParaRPr lang="en-IN" sz="2800" b="1" dirty="0">
                <a:ln>
                  <a:solidFill>
                    <a:schemeClr val="bg1">
                      <a:alpha val="70000"/>
                    </a:schemeClr>
                  </a:solidFill>
                </a:ln>
                <a:solidFill>
                  <a:srgbClr val="002060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53EFB76-01EC-A0D0-9E04-D9B17458A010}"/>
                </a:ext>
              </a:extLst>
            </p:cNvPr>
            <p:cNvGrpSpPr/>
            <p:nvPr/>
          </p:nvGrpSpPr>
          <p:grpSpPr>
            <a:xfrm>
              <a:off x="151044" y="1058762"/>
              <a:ext cx="11889912" cy="5632311"/>
              <a:chOff x="151044" y="1058762"/>
              <a:chExt cx="11889912" cy="563231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50E3B0-0B25-C461-62CE-F9843F0DBC7B}"/>
                  </a:ext>
                </a:extLst>
              </p:cNvPr>
              <p:cNvSpPr txBox="1"/>
              <p:nvPr/>
            </p:nvSpPr>
            <p:spPr>
              <a:xfrm>
                <a:off x="151044" y="1058762"/>
                <a:ext cx="93599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</a:rPr>
                  <a:t>Database Type : SQLite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Separate for roles like doctor , patient , staff , admin.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solidFill>
                      <a:schemeClr val="bg1"/>
                    </a:solidFill>
                  </a:rPr>
                  <a:t>Different tables for different purposes,</a:t>
                </a:r>
              </a:p>
              <a:p>
                <a:r>
                  <a:rPr lang="en-IN" sz="3200" dirty="0">
                    <a:solidFill>
                      <a:schemeClr val="bg1"/>
                    </a:solidFill>
                  </a:rPr>
                  <a:t>     , eg : departments.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The system uses a relational database to manage hospital data efficiently.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Each table is uniquely identified using Primary Keys (PK).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Foreign Keys (FK) establish relationships and ensure data consistency.</a:t>
                </a:r>
                <a:endParaRPr lang="en-IN" sz="4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lowchart: Alternate Process 21">
                <a:extLst>
                  <a:ext uri="{FF2B5EF4-FFF2-40B4-BE49-F238E27FC236}">
                    <a16:creationId xmlns:a16="http://schemas.microsoft.com/office/drawing/2014/main" id="{FA2C1A52-687B-AC28-9492-9B6A188E3765}"/>
                  </a:ext>
                </a:extLst>
              </p:cNvPr>
              <p:cNvSpPr/>
              <p:nvPr/>
            </p:nvSpPr>
            <p:spPr>
              <a:xfrm>
                <a:off x="9359900" y="5412172"/>
                <a:ext cx="2681056" cy="1012054"/>
              </a:xfrm>
              <a:prstGeom prst="flowChartAlternateProcess">
                <a:avLst/>
              </a:prstGeom>
              <a:solidFill>
                <a:srgbClr val="9ECBFC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n>
                      <a:solidFill>
                        <a:schemeClr val="bg1">
                          <a:alpha val="70000"/>
                        </a:schemeClr>
                      </a:solidFill>
                    </a:ln>
                    <a:solidFill>
                      <a:srgbClr val="002060"/>
                    </a:solidFill>
                  </a:rPr>
                  <a:t>DEPARTMENTS</a:t>
                </a:r>
                <a:endParaRPr lang="en-IN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endParaRPr>
              </a:p>
            </p:txBody>
          </p:sp>
          <p:sp>
            <p:nvSpPr>
              <p:cNvPr id="24" name="Flowchart: Alternate Process 23">
                <a:extLst>
                  <a:ext uri="{FF2B5EF4-FFF2-40B4-BE49-F238E27FC236}">
                    <a16:creationId xmlns:a16="http://schemas.microsoft.com/office/drawing/2014/main" id="{3E241D31-BEAA-E300-A2E8-9645FE3C7569}"/>
                  </a:ext>
                </a:extLst>
              </p:cNvPr>
              <p:cNvSpPr/>
              <p:nvPr/>
            </p:nvSpPr>
            <p:spPr>
              <a:xfrm>
                <a:off x="9359900" y="3235467"/>
                <a:ext cx="2681056" cy="1012054"/>
              </a:xfrm>
              <a:prstGeom prst="flowChartAlternateProcess">
                <a:avLst/>
              </a:prstGeom>
              <a:solidFill>
                <a:srgbClr val="9ECBFC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n>
                      <a:solidFill>
                        <a:schemeClr val="bg1">
                          <a:alpha val="70000"/>
                        </a:schemeClr>
                      </a:solidFill>
                    </a:ln>
                    <a:solidFill>
                      <a:srgbClr val="002060"/>
                    </a:solidFill>
                  </a:rPr>
                  <a:t>DOCTOR</a:t>
                </a:r>
                <a:endParaRPr lang="en-IN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68ECCAB-6C22-B203-2935-3EA58AE6905D}"/>
                  </a:ext>
                </a:extLst>
              </p:cNvPr>
              <p:cNvCxnSpPr>
                <a:cxnSpLocks/>
                <a:stCxn id="19" idx="2"/>
                <a:endCxn id="24" idx="0"/>
              </p:cNvCxnSpPr>
              <p:nvPr/>
            </p:nvCxnSpPr>
            <p:spPr>
              <a:xfrm>
                <a:off x="10700428" y="2070816"/>
                <a:ext cx="0" cy="1164651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BBAFA0E-4890-6A8B-F782-F23EE3A0B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0428" y="4247521"/>
                <a:ext cx="0" cy="1164651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46709055"/>
      </p:ext>
    </p:extLst>
  </p:cSld>
  <p:clrMapOvr>
    <a:masterClrMapping/>
  </p:clrMapOvr>
  <p:transition advClick="0" advTm="1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3C3238-A0BD-B16B-2AD9-82C9441A1BCF}"/>
              </a:ext>
            </a:extLst>
          </p:cNvPr>
          <p:cNvSpPr txBox="1"/>
          <p:nvPr/>
        </p:nvSpPr>
        <p:spPr>
          <a:xfrm>
            <a:off x="1659946" y="266125"/>
            <a:ext cx="1729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Design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CC1CF-6284-C9CB-78DE-2226A07A71DC}"/>
              </a:ext>
            </a:extLst>
          </p:cNvPr>
          <p:cNvSpPr txBox="1"/>
          <p:nvPr/>
        </p:nvSpPr>
        <p:spPr>
          <a:xfrm>
            <a:off x="215900" y="266125"/>
            <a:ext cx="1729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Database</a:t>
            </a:r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F03813-699B-087D-7715-50703DB1EDDD}"/>
              </a:ext>
            </a:extLst>
          </p:cNvPr>
          <p:cNvGrpSpPr/>
          <p:nvPr/>
        </p:nvGrpSpPr>
        <p:grpSpPr>
          <a:xfrm>
            <a:off x="151044" y="1225689"/>
            <a:ext cx="11889912" cy="5632311"/>
            <a:chOff x="151044" y="1058762"/>
            <a:chExt cx="11889912" cy="5632311"/>
          </a:xfrm>
        </p:grpSpPr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AB52C299-3D1C-215D-80EF-5680CF1F453F}"/>
                </a:ext>
              </a:extLst>
            </p:cNvPr>
            <p:cNvSpPr/>
            <p:nvPr/>
          </p:nvSpPr>
          <p:spPr>
            <a:xfrm>
              <a:off x="9359900" y="1058762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rPr>
                <a:t>USERS</a:t>
              </a:r>
              <a:endParaRPr lang="en-IN" sz="2800" b="1" dirty="0">
                <a:ln>
                  <a:solidFill>
                    <a:schemeClr val="bg1">
                      <a:alpha val="70000"/>
                    </a:schemeClr>
                  </a:solidFill>
                </a:ln>
                <a:solidFill>
                  <a:srgbClr val="002060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209320-5D98-1FD7-E6FF-6269C7B4F67B}"/>
                </a:ext>
              </a:extLst>
            </p:cNvPr>
            <p:cNvGrpSpPr/>
            <p:nvPr/>
          </p:nvGrpSpPr>
          <p:grpSpPr>
            <a:xfrm>
              <a:off x="151044" y="1058762"/>
              <a:ext cx="11889912" cy="5632311"/>
              <a:chOff x="151044" y="1058762"/>
              <a:chExt cx="11889912" cy="563231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05C074-6A26-D3B5-028A-084C81B0C6D9}"/>
                  </a:ext>
                </a:extLst>
              </p:cNvPr>
              <p:cNvSpPr txBox="1"/>
              <p:nvPr/>
            </p:nvSpPr>
            <p:spPr>
              <a:xfrm>
                <a:off x="151044" y="1058762"/>
                <a:ext cx="93599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</a:rPr>
                  <a:t>Database Type : SQLite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Separate for roles like doctor , patient , staff , admin.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IN" sz="3200" dirty="0">
                    <a:solidFill>
                      <a:schemeClr val="bg1"/>
                    </a:solidFill>
                  </a:rPr>
                  <a:t>Different tables for different purposes,</a:t>
                </a:r>
              </a:p>
              <a:p>
                <a:r>
                  <a:rPr lang="en-IN" sz="3200" dirty="0">
                    <a:solidFill>
                      <a:schemeClr val="bg1"/>
                    </a:solidFill>
                  </a:rPr>
                  <a:t>     , eg : departments.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The system uses a relational database to manage hospital data efficiently.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Each table is uniquely identified using Primary Keys (PK).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</a:rPr>
                  <a:t>Foreign Keys (FK) establish relationships and ensure data consistency.</a:t>
                </a:r>
                <a:endParaRPr lang="en-IN" sz="4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lowchart: Alternate Process 15">
                <a:extLst>
                  <a:ext uri="{FF2B5EF4-FFF2-40B4-BE49-F238E27FC236}">
                    <a16:creationId xmlns:a16="http://schemas.microsoft.com/office/drawing/2014/main" id="{89B9317F-D2CE-7CA5-8782-86A0158FDD39}"/>
                  </a:ext>
                </a:extLst>
              </p:cNvPr>
              <p:cNvSpPr/>
              <p:nvPr/>
            </p:nvSpPr>
            <p:spPr>
              <a:xfrm>
                <a:off x="9359900" y="5412172"/>
                <a:ext cx="2681056" cy="1012054"/>
              </a:xfrm>
              <a:prstGeom prst="flowChartAlternateProcess">
                <a:avLst/>
              </a:prstGeom>
              <a:solidFill>
                <a:srgbClr val="9ECBFC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n>
                      <a:solidFill>
                        <a:schemeClr val="bg1">
                          <a:alpha val="70000"/>
                        </a:schemeClr>
                      </a:solidFill>
                    </a:ln>
                    <a:solidFill>
                      <a:srgbClr val="002060"/>
                    </a:solidFill>
                  </a:rPr>
                  <a:t>DEPARTMENTS</a:t>
                </a:r>
                <a:endParaRPr lang="en-IN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endParaRPr>
              </a:p>
            </p:txBody>
          </p:sp>
          <p:sp>
            <p:nvSpPr>
              <p:cNvPr id="81" name="Flowchart: Alternate Process 80">
                <a:extLst>
                  <a:ext uri="{FF2B5EF4-FFF2-40B4-BE49-F238E27FC236}">
                    <a16:creationId xmlns:a16="http://schemas.microsoft.com/office/drawing/2014/main" id="{73429DCB-5814-6992-C37B-DD9FB8BF139F}"/>
                  </a:ext>
                </a:extLst>
              </p:cNvPr>
              <p:cNvSpPr/>
              <p:nvPr/>
            </p:nvSpPr>
            <p:spPr>
              <a:xfrm>
                <a:off x="9359900" y="3235467"/>
                <a:ext cx="2681056" cy="1012054"/>
              </a:xfrm>
              <a:prstGeom prst="flowChartAlternateProcess">
                <a:avLst/>
              </a:prstGeom>
              <a:solidFill>
                <a:srgbClr val="9ECBFC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ln>
                      <a:solidFill>
                        <a:schemeClr val="bg1">
                          <a:alpha val="70000"/>
                        </a:schemeClr>
                      </a:solidFill>
                    </a:ln>
                    <a:solidFill>
                      <a:srgbClr val="002060"/>
                    </a:solidFill>
                  </a:rPr>
                  <a:t>DOCTOR</a:t>
                </a:r>
                <a:endParaRPr lang="en-IN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endParaRPr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31EA2E4E-AE0A-6777-67EA-E984CE2188AB}"/>
                  </a:ext>
                </a:extLst>
              </p:cNvPr>
              <p:cNvCxnSpPr>
                <a:cxnSpLocks/>
                <a:stCxn id="13" idx="2"/>
                <a:endCxn id="81" idx="0"/>
              </p:cNvCxnSpPr>
              <p:nvPr/>
            </p:nvCxnSpPr>
            <p:spPr>
              <a:xfrm>
                <a:off x="10700428" y="2070816"/>
                <a:ext cx="0" cy="1164651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09D3AAD3-5297-6169-DCD2-C58C53A14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0428" y="4247521"/>
                <a:ext cx="0" cy="1164651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86735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Design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System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D534B0C-2DA7-A739-6E6F-4EEE2DF11496}"/>
              </a:ext>
            </a:extLst>
          </p:cNvPr>
          <p:cNvGrpSpPr/>
          <p:nvPr/>
        </p:nvGrpSpPr>
        <p:grpSpPr>
          <a:xfrm>
            <a:off x="181554" y="7378343"/>
            <a:ext cx="11836400" cy="5268124"/>
            <a:chOff x="355600" y="1358543"/>
            <a:chExt cx="11836400" cy="526812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E1CC7D1-406D-02F1-6366-7B39DACE4B00}"/>
                </a:ext>
              </a:extLst>
            </p:cNvPr>
            <p:cNvSpPr txBox="1"/>
            <p:nvPr/>
          </p:nvSpPr>
          <p:spPr>
            <a:xfrm>
              <a:off x="6426201" y="2656349"/>
              <a:ext cx="5765799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The frontend handles user interaction and input.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The backend processes requests and manages application logic.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endParaRPr lang="en-US" sz="2800" dirty="0">
                <a:solidFill>
                  <a:schemeClr val="bg1"/>
                </a:solidFill>
              </a:endParaRPr>
            </a:p>
            <a:p>
              <a:r>
                <a:rPr lang="en-US" sz="2800" dirty="0">
                  <a:solidFill>
                    <a:schemeClr val="bg1"/>
                  </a:solidFill>
                </a:rPr>
                <a:t>The database stores and retrieves data efficiently.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1" name="Flowchart: Alternate Process 40">
              <a:extLst>
                <a:ext uri="{FF2B5EF4-FFF2-40B4-BE49-F238E27FC236}">
                  <a16:creationId xmlns:a16="http://schemas.microsoft.com/office/drawing/2014/main" id="{B0F3D9DF-039D-61C6-87BE-EAB57B7C68B3}"/>
                </a:ext>
              </a:extLst>
            </p:cNvPr>
            <p:cNvSpPr/>
            <p:nvPr/>
          </p:nvSpPr>
          <p:spPr>
            <a:xfrm>
              <a:off x="355600" y="1358543"/>
              <a:ext cx="3606800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rPr>
                <a:t>ARCHITECTURE</a:t>
              </a:r>
              <a:endParaRPr lang="en-IN" sz="2800" b="1" dirty="0">
                <a:ln>
                  <a:solidFill>
                    <a:schemeClr val="bg1">
                      <a:alpha val="70000"/>
                    </a:schemeClr>
                  </a:solidFill>
                </a:ln>
                <a:solidFill>
                  <a:srgbClr val="00206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FE0F5AE-68D4-3B97-32BA-CEFA55581DB2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59309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785FE45-77E5-2968-FB0E-927584217E6E}"/>
                </a:ext>
              </a:extLst>
            </p:cNvPr>
            <p:cNvCxnSpPr/>
            <p:nvPr/>
          </p:nvCxnSpPr>
          <p:spPr>
            <a:xfrm>
              <a:off x="863600" y="2370597"/>
              <a:ext cx="0" cy="356030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93CA1B2-E65A-3B8E-E4F5-5F434DE80F53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29464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255B254-6797-DE9D-9692-ACCA26360E93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44577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A33A6C4-7E64-595B-B26C-BEBD6837E062}"/>
                </a:ext>
              </a:extLst>
            </p:cNvPr>
            <p:cNvSpPr/>
            <p:nvPr/>
          </p:nvSpPr>
          <p:spPr>
            <a:xfrm>
              <a:off x="2159000" y="2673352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Frontend 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(User Interface)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B038886-F9EC-B5E1-DE8C-6B4356321A3E}"/>
                </a:ext>
              </a:extLst>
            </p:cNvPr>
            <p:cNvSpPr/>
            <p:nvPr/>
          </p:nvSpPr>
          <p:spPr>
            <a:xfrm>
              <a:off x="2140627" y="5553076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Database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(Data Storage)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B816F5B-4782-A305-6575-FBF86420180D}"/>
                </a:ext>
              </a:extLst>
            </p:cNvPr>
            <p:cNvSpPr/>
            <p:nvPr/>
          </p:nvSpPr>
          <p:spPr>
            <a:xfrm>
              <a:off x="2140628" y="4079876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Backend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(Server side Processing)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6906FA9-BF86-677E-37FD-70003BF12D15}"/>
                </a:ext>
              </a:extLst>
            </p:cNvPr>
            <p:cNvCxnSpPr>
              <a:cxnSpLocks/>
            </p:cNvCxnSpPr>
            <p:nvPr/>
          </p:nvCxnSpPr>
          <p:spPr>
            <a:xfrm>
              <a:off x="5457486" y="3038475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CFBA292-CE6B-CC94-D9D8-AFA065559A77}"/>
                </a:ext>
              </a:extLst>
            </p:cNvPr>
            <p:cNvCxnSpPr>
              <a:cxnSpLocks/>
            </p:cNvCxnSpPr>
            <p:nvPr/>
          </p:nvCxnSpPr>
          <p:spPr>
            <a:xfrm>
              <a:off x="5457486" y="4457699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C37DE19-2C82-595F-8AD9-BFB10D558A5A}"/>
                </a:ext>
              </a:extLst>
            </p:cNvPr>
            <p:cNvCxnSpPr>
              <a:cxnSpLocks/>
            </p:cNvCxnSpPr>
            <p:nvPr/>
          </p:nvCxnSpPr>
          <p:spPr>
            <a:xfrm>
              <a:off x="5493829" y="5826123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846944"/>
      </p:ext>
    </p:extLst>
  </p:cSld>
  <p:clrMapOvr>
    <a:masterClrMapping/>
  </p:clrMapOvr>
  <p:transition advClick="0" advTm="1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FB5B0C2-5331-6139-CA04-70A7A06FE123}"/>
              </a:ext>
            </a:extLst>
          </p:cNvPr>
          <p:cNvSpPr txBox="1"/>
          <p:nvPr/>
        </p:nvSpPr>
        <p:spPr>
          <a:xfrm>
            <a:off x="1431346" y="255757"/>
            <a:ext cx="1454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Design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C5F17-805C-2AE4-AAEC-1AF82AB8D836}"/>
              </a:ext>
            </a:extLst>
          </p:cNvPr>
          <p:cNvSpPr txBox="1"/>
          <p:nvPr/>
        </p:nvSpPr>
        <p:spPr>
          <a:xfrm>
            <a:off x="215900" y="231411"/>
            <a:ext cx="1454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System</a:t>
            </a:r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642F6C-D30E-8AEF-B30F-9FD9D402E638}"/>
              </a:ext>
            </a:extLst>
          </p:cNvPr>
          <p:cNvGrpSpPr/>
          <p:nvPr/>
        </p:nvGrpSpPr>
        <p:grpSpPr>
          <a:xfrm>
            <a:off x="215900" y="1460143"/>
            <a:ext cx="11836400" cy="5268124"/>
            <a:chOff x="355600" y="1358543"/>
            <a:chExt cx="11836400" cy="52681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936AB4-3C76-EA93-BAC5-ABBEF19B6205}"/>
                </a:ext>
              </a:extLst>
            </p:cNvPr>
            <p:cNvSpPr txBox="1"/>
            <p:nvPr/>
          </p:nvSpPr>
          <p:spPr>
            <a:xfrm>
              <a:off x="6426201" y="2656349"/>
              <a:ext cx="5765799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The frontend handles user interaction and input.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The backend processes requests and manages application logic.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endParaRPr lang="en-US" sz="2800" dirty="0">
                <a:solidFill>
                  <a:schemeClr val="bg1"/>
                </a:solidFill>
              </a:endParaRPr>
            </a:p>
            <a:p>
              <a:r>
                <a:rPr lang="en-US" sz="2800" dirty="0">
                  <a:solidFill>
                    <a:schemeClr val="bg1"/>
                  </a:solidFill>
                </a:rPr>
                <a:t>The database stores and retrieves data efficiently.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8" name="Flowchart: Alternate Process 7">
              <a:extLst>
                <a:ext uri="{FF2B5EF4-FFF2-40B4-BE49-F238E27FC236}">
                  <a16:creationId xmlns:a16="http://schemas.microsoft.com/office/drawing/2014/main" id="{C6ADE2B1-8114-7939-8B80-D7E5BD4B1A77}"/>
                </a:ext>
              </a:extLst>
            </p:cNvPr>
            <p:cNvSpPr/>
            <p:nvPr/>
          </p:nvSpPr>
          <p:spPr>
            <a:xfrm>
              <a:off x="355600" y="1358543"/>
              <a:ext cx="3606800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>
                    <a:solidFill>
                      <a:schemeClr val="bg1">
                        <a:alpha val="70000"/>
                      </a:schemeClr>
                    </a:solidFill>
                  </a:ln>
                  <a:solidFill>
                    <a:srgbClr val="002060"/>
                  </a:solidFill>
                </a:rPr>
                <a:t>ARCHITECTURE</a:t>
              </a:r>
              <a:endParaRPr lang="en-IN" sz="2800" b="1" dirty="0">
                <a:ln>
                  <a:solidFill>
                    <a:schemeClr val="bg1">
                      <a:alpha val="70000"/>
                    </a:schemeClr>
                  </a:solidFill>
                </a:ln>
                <a:solidFill>
                  <a:srgbClr val="002060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5716DF8-AFE0-3164-D9A8-A88EF8E94D6F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59309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4A6287A-F7DD-557A-B5FF-37B96277482E}"/>
                </a:ext>
              </a:extLst>
            </p:cNvPr>
            <p:cNvCxnSpPr/>
            <p:nvPr/>
          </p:nvCxnSpPr>
          <p:spPr>
            <a:xfrm>
              <a:off x="863600" y="2370597"/>
              <a:ext cx="0" cy="356030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3DB3F37-30AB-EF02-10E7-ADC192A6291C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29464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C9302AB-2BAA-2EDA-9A3A-C237EA83410A}"/>
                </a:ext>
              </a:extLst>
            </p:cNvPr>
            <p:cNvCxnSpPr>
              <a:cxnSpLocks/>
            </p:cNvCxnSpPr>
            <p:nvPr/>
          </p:nvCxnSpPr>
          <p:spPr>
            <a:xfrm>
              <a:off x="863600" y="4457700"/>
              <a:ext cx="127702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9F5DE3-3FEB-CBE7-1E4A-F3CA41AC36A6}"/>
                </a:ext>
              </a:extLst>
            </p:cNvPr>
            <p:cNvSpPr/>
            <p:nvPr/>
          </p:nvSpPr>
          <p:spPr>
            <a:xfrm>
              <a:off x="2159000" y="2673352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Frontend 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(User Interface)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511B7B-5040-A3D8-41E9-B26FED93B9A9}"/>
                </a:ext>
              </a:extLst>
            </p:cNvPr>
            <p:cNvSpPr/>
            <p:nvPr/>
          </p:nvSpPr>
          <p:spPr>
            <a:xfrm>
              <a:off x="2140627" y="5553076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Database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(Data Storage)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41AA291-7D6D-731A-F4B8-3D7CF8E3DD47}"/>
                </a:ext>
              </a:extLst>
            </p:cNvPr>
            <p:cNvSpPr/>
            <p:nvPr/>
          </p:nvSpPr>
          <p:spPr>
            <a:xfrm>
              <a:off x="2140628" y="4079876"/>
              <a:ext cx="3294069" cy="755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Backend</a:t>
              </a:r>
            </a:p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(Server side Processing)</a:t>
              </a:r>
              <a:endParaRPr lang="en-IN" sz="24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6F957A2-76AA-EAEB-0E1F-4C1FA982BEE9}"/>
                </a:ext>
              </a:extLst>
            </p:cNvPr>
            <p:cNvCxnSpPr>
              <a:cxnSpLocks/>
            </p:cNvCxnSpPr>
            <p:nvPr/>
          </p:nvCxnSpPr>
          <p:spPr>
            <a:xfrm>
              <a:off x="5457486" y="3038475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7DF26FC-D55F-8F2E-1AAE-B1BBFD725975}"/>
                </a:ext>
              </a:extLst>
            </p:cNvPr>
            <p:cNvCxnSpPr>
              <a:cxnSpLocks/>
            </p:cNvCxnSpPr>
            <p:nvPr/>
          </p:nvCxnSpPr>
          <p:spPr>
            <a:xfrm>
              <a:off x="5457486" y="4457699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BF071CE-559C-A38D-7C5C-D55D04FB6030}"/>
                </a:ext>
              </a:extLst>
            </p:cNvPr>
            <p:cNvCxnSpPr>
              <a:cxnSpLocks/>
            </p:cNvCxnSpPr>
            <p:nvPr/>
          </p:nvCxnSpPr>
          <p:spPr>
            <a:xfrm>
              <a:off x="5493829" y="5826123"/>
              <a:ext cx="968715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2909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Diagram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Data Flow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66F1B31-6E88-C849-25CB-BA48D91E0492}"/>
              </a:ext>
            </a:extLst>
          </p:cNvPr>
          <p:cNvGrpSpPr/>
          <p:nvPr/>
        </p:nvGrpSpPr>
        <p:grpSpPr>
          <a:xfrm>
            <a:off x="629232" y="7595706"/>
            <a:ext cx="11290300" cy="6003998"/>
            <a:chOff x="-743" y="494548"/>
            <a:chExt cx="12118630" cy="644449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7530CA9-736A-5D7F-4E6D-9D6285F4555E}"/>
                </a:ext>
              </a:extLst>
            </p:cNvPr>
            <p:cNvSpPr/>
            <p:nvPr/>
          </p:nvSpPr>
          <p:spPr>
            <a:xfrm>
              <a:off x="8880130" y="1106302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50" name="Flowchart: Alternate Process 149">
              <a:extLst>
                <a:ext uri="{FF2B5EF4-FFF2-40B4-BE49-F238E27FC236}">
                  <a16:creationId xmlns:a16="http://schemas.microsoft.com/office/drawing/2014/main" id="{2DA684DA-E2E5-928B-26C2-988DF8E96A90}"/>
                </a:ext>
              </a:extLst>
            </p:cNvPr>
            <p:cNvSpPr/>
            <p:nvPr/>
          </p:nvSpPr>
          <p:spPr>
            <a:xfrm>
              <a:off x="-743" y="990045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PATIENTS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151" name="Flowchart: Alternate Process 150">
              <a:extLst>
                <a:ext uri="{FF2B5EF4-FFF2-40B4-BE49-F238E27FC236}">
                  <a16:creationId xmlns:a16="http://schemas.microsoft.com/office/drawing/2014/main" id="{B9F1104D-A6D2-05CB-2D3B-B0833C6DC782}"/>
                </a:ext>
              </a:extLst>
            </p:cNvPr>
            <p:cNvSpPr/>
            <p:nvPr/>
          </p:nvSpPr>
          <p:spPr>
            <a:xfrm>
              <a:off x="0" y="4833253"/>
              <a:ext cx="2681056" cy="1900459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ADMIN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152" name="Flowchart: Alternate Process 151">
              <a:extLst>
                <a:ext uri="{FF2B5EF4-FFF2-40B4-BE49-F238E27FC236}">
                  <a16:creationId xmlns:a16="http://schemas.microsoft.com/office/drawing/2014/main" id="{8C6371C6-7EC9-8942-3D39-D453BB37035F}"/>
                </a:ext>
              </a:extLst>
            </p:cNvPr>
            <p:cNvSpPr/>
            <p:nvPr/>
          </p:nvSpPr>
          <p:spPr>
            <a:xfrm>
              <a:off x="0" y="3366101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DOCTOR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041AC68E-861D-AAFD-6186-51ECB35AFF92}"/>
                </a:ext>
              </a:extLst>
            </p:cNvPr>
            <p:cNvSpPr/>
            <p:nvPr/>
          </p:nvSpPr>
          <p:spPr>
            <a:xfrm>
              <a:off x="5062121" y="2073844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Appointment 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F895CD-B518-78A3-407C-493E29E922E6}"/>
                </a:ext>
              </a:extLst>
            </p:cNvPr>
            <p:cNvSpPr/>
            <p:nvPr/>
          </p:nvSpPr>
          <p:spPr>
            <a:xfrm>
              <a:off x="5042800" y="5663893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HR </a:t>
              </a:r>
            </a:p>
            <a:p>
              <a:pPr algn="ctr"/>
              <a:r>
                <a:rPr lang="en-IN" sz="1100" dirty="0"/>
                <a:t>Management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67591B-758B-F4D5-7280-BD78448CE273}"/>
                </a:ext>
              </a:extLst>
            </p:cNvPr>
            <p:cNvSpPr/>
            <p:nvPr/>
          </p:nvSpPr>
          <p:spPr>
            <a:xfrm>
              <a:off x="5051389" y="4467210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Billing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3D5BB3C-D2CA-FF42-CB03-A4CEC24BBAA9}"/>
                </a:ext>
              </a:extLst>
            </p:cNvPr>
            <p:cNvSpPr/>
            <p:nvPr/>
          </p:nvSpPr>
          <p:spPr>
            <a:xfrm>
              <a:off x="5062121" y="3270527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Medical Record 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6E752AB8-B018-2064-329B-17DFFD4B077B}"/>
                </a:ext>
              </a:extLst>
            </p:cNvPr>
            <p:cNvSpPr/>
            <p:nvPr/>
          </p:nvSpPr>
          <p:spPr>
            <a:xfrm>
              <a:off x="8880130" y="1106302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B2BC7D84-C56D-FD70-0DB7-91498560FF37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9" y="1230940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FA14CF9-CD2F-C6BD-2F50-ED9A7A0276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824" y="1765579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EEB04F2-B501-080D-0D01-84C93D0BB6F2}"/>
                </a:ext>
              </a:extLst>
            </p:cNvPr>
            <p:cNvSpPr/>
            <p:nvPr/>
          </p:nvSpPr>
          <p:spPr>
            <a:xfrm>
              <a:off x="5062121" y="877161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User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C967B821-6BB8-6DDF-D89E-23CC3151E653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8" y="3722279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DDD35D7A-C44C-75A6-6822-218BD9FF8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824" y="4228043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F8345751-EBFC-CB45-E38F-9474C1410C85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7" y="4883728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77DA5C98-CB9D-5C44-DF11-7FF39A1F04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3197" y="5465123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90FE8E9D-5932-B188-D1F8-2C2E3D3DF899}"/>
                </a:ext>
              </a:extLst>
            </p:cNvPr>
            <p:cNvCxnSpPr>
              <a:cxnSpLocks/>
            </p:cNvCxnSpPr>
            <p:nvPr/>
          </p:nvCxnSpPr>
          <p:spPr>
            <a:xfrm>
              <a:off x="2757710" y="5985246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A4978E02-43E6-7196-EC5E-5AA6661BCC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3197" y="6577637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0EEBFE6-016B-202F-FE6E-86F769AC64D8}"/>
                </a:ext>
              </a:extLst>
            </p:cNvPr>
            <p:cNvSpPr txBox="1"/>
            <p:nvPr/>
          </p:nvSpPr>
          <p:spPr>
            <a:xfrm>
              <a:off x="2923022" y="874633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Register / Login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503A0FC-2D42-F534-A18D-5B8536024290}"/>
                </a:ext>
              </a:extLst>
            </p:cNvPr>
            <p:cNvSpPr txBox="1"/>
            <p:nvPr/>
          </p:nvSpPr>
          <p:spPr>
            <a:xfrm>
              <a:off x="2997619" y="1421385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User Details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65DF1A45-65DA-14C5-B9EF-DD8847476B6B}"/>
                </a:ext>
              </a:extLst>
            </p:cNvPr>
            <p:cNvCxnSpPr>
              <a:cxnSpLocks/>
              <a:stCxn id="152" idx="0"/>
              <a:endCxn id="150" idx="2"/>
            </p:cNvCxnSpPr>
            <p:nvPr/>
          </p:nvCxnSpPr>
          <p:spPr>
            <a:xfrm flipH="1" flipV="1">
              <a:off x="1339785" y="2002099"/>
              <a:ext cx="743" cy="1364002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10D3445-1320-9F22-A090-565EC3443FBE}"/>
                </a:ext>
              </a:extLst>
            </p:cNvPr>
            <p:cNvCxnSpPr>
              <a:cxnSpLocks/>
              <a:endCxn id="153" idx="3"/>
            </p:cNvCxnSpPr>
            <p:nvPr/>
          </p:nvCxnSpPr>
          <p:spPr>
            <a:xfrm flipV="1">
              <a:off x="1339785" y="3068131"/>
              <a:ext cx="3936962" cy="69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: Elbow 170">
              <a:extLst>
                <a:ext uri="{FF2B5EF4-FFF2-40B4-BE49-F238E27FC236}">
                  <a16:creationId xmlns:a16="http://schemas.microsoft.com/office/drawing/2014/main" id="{4DB22ABA-728F-30B7-7E43-3460BA5AC0C6}"/>
                </a:ext>
              </a:extLst>
            </p:cNvPr>
            <p:cNvCxnSpPr>
              <a:cxnSpLocks/>
              <a:endCxn id="153" idx="2"/>
            </p:cNvCxnSpPr>
            <p:nvPr/>
          </p:nvCxnSpPr>
          <p:spPr>
            <a:xfrm>
              <a:off x="2042493" y="2030829"/>
              <a:ext cx="3019628" cy="625455"/>
            </a:xfrm>
            <a:prstGeom prst="bentConnector3">
              <a:avLst>
                <a:gd name="adj1" fmla="val 593"/>
              </a:avLst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38B0D25-4CBC-BAE1-D1BE-D07E17FD0980}"/>
                </a:ext>
              </a:extLst>
            </p:cNvPr>
            <p:cNvSpPr txBox="1"/>
            <p:nvPr/>
          </p:nvSpPr>
          <p:spPr>
            <a:xfrm>
              <a:off x="2767876" y="2306089"/>
              <a:ext cx="2274924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Book Appointments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513C807-F80E-957C-8D56-209AF38000EE}"/>
                </a:ext>
              </a:extLst>
            </p:cNvPr>
            <p:cNvSpPr txBox="1"/>
            <p:nvPr/>
          </p:nvSpPr>
          <p:spPr>
            <a:xfrm>
              <a:off x="1839168" y="2746956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Appointment Confirmation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AED50BF-1D49-8C0E-79D9-2B1B36A86E52}"/>
                </a:ext>
              </a:extLst>
            </p:cNvPr>
            <p:cNvSpPr txBox="1"/>
            <p:nvPr/>
          </p:nvSpPr>
          <p:spPr>
            <a:xfrm>
              <a:off x="2709670" y="3392278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Diagnosis, Treatment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0777315-ECD5-F3BA-F5B7-91359AAA8039}"/>
                </a:ext>
              </a:extLst>
            </p:cNvPr>
            <p:cNvSpPr txBox="1"/>
            <p:nvPr/>
          </p:nvSpPr>
          <p:spPr>
            <a:xfrm>
              <a:off x="2961151" y="3883439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Patient History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0829A0A-B830-16D0-C986-B27884F759DF}"/>
                </a:ext>
              </a:extLst>
            </p:cNvPr>
            <p:cNvSpPr txBox="1"/>
            <p:nvPr/>
          </p:nvSpPr>
          <p:spPr>
            <a:xfrm>
              <a:off x="3160521" y="4494066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Bills Details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5DF0DD1F-E87F-36F4-1F51-81CBE3CC468B}"/>
                </a:ext>
              </a:extLst>
            </p:cNvPr>
            <p:cNvSpPr txBox="1"/>
            <p:nvPr/>
          </p:nvSpPr>
          <p:spPr>
            <a:xfrm>
              <a:off x="3242323" y="5144490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Bills receipts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061487B-4589-CC61-8AE2-C3AED1913DAE}"/>
                </a:ext>
              </a:extLst>
            </p:cNvPr>
            <p:cNvSpPr txBox="1"/>
            <p:nvPr/>
          </p:nvSpPr>
          <p:spPr>
            <a:xfrm>
              <a:off x="2762579" y="5589603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Attendance , Leaves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F81BFBF-F791-F1E3-D726-EACFA9976949}"/>
                </a:ext>
              </a:extLst>
            </p:cNvPr>
            <p:cNvSpPr txBox="1"/>
            <p:nvPr/>
          </p:nvSpPr>
          <p:spPr>
            <a:xfrm>
              <a:off x="2722885" y="6245288"/>
              <a:ext cx="228648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Salary 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78B99CB1-0E44-B4E1-BD34-369F055CFA47}"/>
                </a:ext>
              </a:extLst>
            </p:cNvPr>
            <p:cNvCxnSpPr>
              <a:cxnSpLocks/>
            </p:cNvCxnSpPr>
            <p:nvPr/>
          </p:nvCxnSpPr>
          <p:spPr>
            <a:xfrm>
              <a:off x="6527679" y="1230940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E23EC480-5B6A-FCA1-9840-C6E6071D9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8358" y="1592324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7293883-313C-DE08-E3FF-5D56F0683D97}"/>
                </a:ext>
              </a:extLst>
            </p:cNvPr>
            <p:cNvSpPr txBox="1"/>
            <p:nvPr/>
          </p:nvSpPr>
          <p:spPr>
            <a:xfrm>
              <a:off x="6454808" y="922600"/>
              <a:ext cx="2277369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\ Update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3FE61F3-FE39-414E-E917-E80981BE9A5B}"/>
                </a:ext>
              </a:extLst>
            </p:cNvPr>
            <p:cNvSpPr txBox="1"/>
            <p:nvPr/>
          </p:nvSpPr>
          <p:spPr>
            <a:xfrm>
              <a:off x="7016202" y="1282472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User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32845CAC-D6EF-8DFF-F5C5-4A7744812428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78" y="2420031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3108944-F0C9-0832-5D38-E0A42368AB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1057" y="2781415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F509C92-872A-A4B4-782B-B62988645A6F}"/>
                </a:ext>
              </a:extLst>
            </p:cNvPr>
            <p:cNvSpPr txBox="1"/>
            <p:nvPr/>
          </p:nvSpPr>
          <p:spPr>
            <a:xfrm>
              <a:off x="6506425" y="2063724"/>
              <a:ext cx="227729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Appointment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222D12B-1376-FEED-4A30-C02075CF20F2}"/>
                </a:ext>
              </a:extLst>
            </p:cNvPr>
            <p:cNvSpPr txBox="1"/>
            <p:nvPr/>
          </p:nvSpPr>
          <p:spPr>
            <a:xfrm>
              <a:off x="6614758" y="2401122"/>
              <a:ext cx="226202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Appointment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764B0893-E34A-458C-2406-8D8A4F104C15}"/>
                </a:ext>
              </a:extLst>
            </p:cNvPr>
            <p:cNvCxnSpPr>
              <a:cxnSpLocks/>
            </p:cNvCxnSpPr>
            <p:nvPr/>
          </p:nvCxnSpPr>
          <p:spPr>
            <a:xfrm>
              <a:off x="6572179" y="3641813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2E07CBBA-9CB0-9395-8B27-2EDA4B050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858" y="4003197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D94A0EFA-6B8A-8EDC-43E6-2FD7C051F5CC}"/>
                </a:ext>
              </a:extLst>
            </p:cNvPr>
            <p:cNvSpPr txBox="1"/>
            <p:nvPr/>
          </p:nvSpPr>
          <p:spPr>
            <a:xfrm>
              <a:off x="6564327" y="3324083"/>
              <a:ext cx="269833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Save Medical Records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3E720D55-6366-1F2D-C1C8-5142BEAC3778}"/>
                </a:ext>
              </a:extLst>
            </p:cNvPr>
            <p:cNvSpPr txBox="1"/>
            <p:nvPr/>
          </p:nvSpPr>
          <p:spPr>
            <a:xfrm>
              <a:off x="7056304" y="3722279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Record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FFE22E13-7595-DC26-3BAE-0A513E9C4BEF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78" y="4882506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BC6FA205-498B-2491-AC5D-2C086FE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1057" y="5243890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C1FC00D-380A-EBC6-2165-1CCB0A728B27}"/>
                </a:ext>
              </a:extLst>
            </p:cNvPr>
            <p:cNvSpPr txBox="1"/>
            <p:nvPr/>
          </p:nvSpPr>
          <p:spPr>
            <a:xfrm>
              <a:off x="6685579" y="4574166"/>
              <a:ext cx="224605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Bill	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BA4AC1B4-DB84-5299-F4FF-E3191C53C286}"/>
                </a:ext>
              </a:extLst>
            </p:cNvPr>
            <p:cNvSpPr txBox="1"/>
            <p:nvPr/>
          </p:nvSpPr>
          <p:spPr>
            <a:xfrm>
              <a:off x="6709710" y="4953230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Bill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BE4C592A-1BCA-526B-17E9-2CEA620AFC71}"/>
                </a:ext>
              </a:extLst>
            </p:cNvPr>
            <p:cNvCxnSpPr>
              <a:cxnSpLocks/>
            </p:cNvCxnSpPr>
            <p:nvPr/>
          </p:nvCxnSpPr>
          <p:spPr>
            <a:xfrm>
              <a:off x="6634079" y="6174564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4A00685A-4370-2FA0-51E7-65C0F2889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4758" y="6535948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CBB3686-861F-220B-3316-908BC275F472}"/>
                </a:ext>
              </a:extLst>
            </p:cNvPr>
            <p:cNvSpPr txBox="1"/>
            <p:nvPr/>
          </p:nvSpPr>
          <p:spPr>
            <a:xfrm>
              <a:off x="6591997" y="5875955"/>
              <a:ext cx="2299977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82519D8E-0629-A722-C211-83BEDC1111A7}"/>
                </a:ext>
              </a:extLst>
            </p:cNvPr>
            <p:cNvSpPr txBox="1"/>
            <p:nvPr/>
          </p:nvSpPr>
          <p:spPr>
            <a:xfrm>
              <a:off x="6773412" y="6245288"/>
              <a:ext cx="1915428" cy="693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And Reports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EB30783-A08D-0BA2-CAF4-BDFD556345AE}"/>
                </a:ext>
              </a:extLst>
            </p:cNvPr>
            <p:cNvSpPr/>
            <p:nvPr/>
          </p:nvSpPr>
          <p:spPr>
            <a:xfrm>
              <a:off x="8875236" y="2248391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3E16E31D-CAE2-ABC8-E656-DA9CE32624BE}"/>
                </a:ext>
              </a:extLst>
            </p:cNvPr>
            <p:cNvSpPr/>
            <p:nvPr/>
          </p:nvSpPr>
          <p:spPr>
            <a:xfrm>
              <a:off x="8875236" y="2248391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C1EC9B3-2D6C-ACA7-DF4B-49990C91E401}"/>
                </a:ext>
              </a:extLst>
            </p:cNvPr>
            <p:cNvSpPr/>
            <p:nvPr/>
          </p:nvSpPr>
          <p:spPr>
            <a:xfrm>
              <a:off x="8880130" y="3541709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936388D-45F0-11B6-1D9C-B07DC02FBE09}"/>
                </a:ext>
              </a:extLst>
            </p:cNvPr>
            <p:cNvSpPr/>
            <p:nvPr/>
          </p:nvSpPr>
          <p:spPr>
            <a:xfrm>
              <a:off x="8880130" y="3541709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86EF1B5-8491-CAD5-2B9C-425BC520E8A8}"/>
                </a:ext>
              </a:extLst>
            </p:cNvPr>
            <p:cNvSpPr/>
            <p:nvPr/>
          </p:nvSpPr>
          <p:spPr>
            <a:xfrm>
              <a:off x="8875236" y="4748857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1DE280A-ADE2-E20F-6DCF-F67C184F8000}"/>
                </a:ext>
              </a:extLst>
            </p:cNvPr>
            <p:cNvSpPr/>
            <p:nvPr/>
          </p:nvSpPr>
          <p:spPr>
            <a:xfrm>
              <a:off x="8875236" y="4748857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8E842DF6-2A9A-97E1-DEB0-E779E78D6C6E}"/>
                </a:ext>
              </a:extLst>
            </p:cNvPr>
            <p:cNvSpPr/>
            <p:nvPr/>
          </p:nvSpPr>
          <p:spPr>
            <a:xfrm>
              <a:off x="8849891" y="5583250"/>
              <a:ext cx="3237757" cy="1200328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25E7F16-A94B-9520-FD3D-6FF9BAB9793B}"/>
                </a:ext>
              </a:extLst>
            </p:cNvPr>
            <p:cNvSpPr/>
            <p:nvPr/>
          </p:nvSpPr>
          <p:spPr>
            <a:xfrm>
              <a:off x="8849891" y="5583250"/>
              <a:ext cx="589368" cy="1200328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3FC0787-85EE-59A6-77A9-BFA36F46427C}"/>
                </a:ext>
              </a:extLst>
            </p:cNvPr>
            <p:cNvSpPr txBox="1"/>
            <p:nvPr/>
          </p:nvSpPr>
          <p:spPr>
            <a:xfrm>
              <a:off x="9464604" y="5736686"/>
              <a:ext cx="25324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Attendance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Leaves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Salary Slips</a:t>
              </a:r>
              <a:endParaRPr lang="en-IN" dirty="0">
                <a:solidFill>
                  <a:srgbClr val="002060"/>
                </a:solidFill>
              </a:endParaRPr>
            </a:p>
            <a:p>
              <a:pPr algn="ctr"/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253BCCDB-6D70-1BF7-A2AD-F3648C0A9AF8}"/>
                </a:ext>
              </a:extLst>
            </p:cNvPr>
            <p:cNvSpPr txBox="1"/>
            <p:nvPr/>
          </p:nvSpPr>
          <p:spPr>
            <a:xfrm>
              <a:off x="9464604" y="4822956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Bills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3F71589B-A71E-216B-25E7-D04A5D76E9A8}"/>
                </a:ext>
              </a:extLst>
            </p:cNvPr>
            <p:cNvSpPr txBox="1"/>
            <p:nvPr/>
          </p:nvSpPr>
          <p:spPr>
            <a:xfrm>
              <a:off x="9448802" y="3623555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Medical Records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CD76EA5-B81B-BA09-5044-53C2C5E3F130}"/>
                </a:ext>
              </a:extLst>
            </p:cNvPr>
            <p:cNvSpPr txBox="1"/>
            <p:nvPr/>
          </p:nvSpPr>
          <p:spPr>
            <a:xfrm>
              <a:off x="9419306" y="2330237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Appointments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9FD4E48C-00FD-B4F4-F19E-6C0C33F02775}"/>
                </a:ext>
              </a:extLst>
            </p:cNvPr>
            <p:cNvSpPr txBox="1"/>
            <p:nvPr/>
          </p:nvSpPr>
          <p:spPr>
            <a:xfrm>
              <a:off x="9411357" y="1222992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Users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157BE172-B5BA-91A9-5DEF-00D8FD9F798D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3185798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00D49493-CA05-72ED-7C53-42FABD503CE4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4354955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B3942BEE-5EC8-4942-E08B-985D47D57B2D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5524112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Flowchart: Alternate Process 215">
              <a:extLst>
                <a:ext uri="{FF2B5EF4-FFF2-40B4-BE49-F238E27FC236}">
                  <a16:creationId xmlns:a16="http://schemas.microsoft.com/office/drawing/2014/main" id="{BCE2857C-9C6F-21BA-98B1-0D04BA017616}"/>
                </a:ext>
              </a:extLst>
            </p:cNvPr>
            <p:cNvSpPr/>
            <p:nvPr/>
          </p:nvSpPr>
          <p:spPr>
            <a:xfrm>
              <a:off x="9095873" y="494548"/>
              <a:ext cx="2938527" cy="492808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 Store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7180179"/>
      </p:ext>
    </p:extLst>
  </p:cSld>
  <p:clrMapOvr>
    <a:masterClrMapping/>
  </p:clrMapOvr>
  <p:transition advClick="0" advTm="10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F4BC7EB-C4B8-60B3-FA6D-86AB5B3C573A}"/>
              </a:ext>
            </a:extLst>
          </p:cNvPr>
          <p:cNvGrpSpPr/>
          <p:nvPr/>
        </p:nvGrpSpPr>
        <p:grpSpPr>
          <a:xfrm>
            <a:off x="450850" y="913170"/>
            <a:ext cx="11290300" cy="6003998"/>
            <a:chOff x="-743" y="494548"/>
            <a:chExt cx="12118630" cy="64444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C2D257-97BA-4819-627A-AEA1A1DCF0A5}"/>
                </a:ext>
              </a:extLst>
            </p:cNvPr>
            <p:cNvSpPr/>
            <p:nvPr/>
          </p:nvSpPr>
          <p:spPr>
            <a:xfrm>
              <a:off x="8880130" y="1106302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BF8A789B-C97E-3B15-833A-4DEF1E4944E1}"/>
                </a:ext>
              </a:extLst>
            </p:cNvPr>
            <p:cNvSpPr/>
            <p:nvPr/>
          </p:nvSpPr>
          <p:spPr>
            <a:xfrm>
              <a:off x="-743" y="990045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PATIENTS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62BAD75C-5066-98AB-BD24-AB536388D803}"/>
                </a:ext>
              </a:extLst>
            </p:cNvPr>
            <p:cNvSpPr/>
            <p:nvPr/>
          </p:nvSpPr>
          <p:spPr>
            <a:xfrm>
              <a:off x="0" y="4833253"/>
              <a:ext cx="2681056" cy="1900459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ADMIN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8" name="Flowchart: Alternate Process 7">
              <a:extLst>
                <a:ext uri="{FF2B5EF4-FFF2-40B4-BE49-F238E27FC236}">
                  <a16:creationId xmlns:a16="http://schemas.microsoft.com/office/drawing/2014/main" id="{C17559F3-859A-1FEF-773D-DF77016DCACE}"/>
                </a:ext>
              </a:extLst>
            </p:cNvPr>
            <p:cNvSpPr/>
            <p:nvPr/>
          </p:nvSpPr>
          <p:spPr>
            <a:xfrm>
              <a:off x="0" y="3366101"/>
              <a:ext cx="2681056" cy="1012054"/>
            </a:xfrm>
            <a:prstGeom prst="flowChartAlternateProcess">
              <a:avLst/>
            </a:prstGeom>
            <a:solidFill>
              <a:srgbClr val="9ECBFC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DOCTOR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FD369A-286D-7FC2-286E-79CE6A174DAA}"/>
                </a:ext>
              </a:extLst>
            </p:cNvPr>
            <p:cNvSpPr/>
            <p:nvPr/>
          </p:nvSpPr>
          <p:spPr>
            <a:xfrm>
              <a:off x="5062121" y="2073844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Appointment 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2421AA-AB85-F4A4-DB15-1825059AE009}"/>
                </a:ext>
              </a:extLst>
            </p:cNvPr>
            <p:cNvSpPr/>
            <p:nvPr/>
          </p:nvSpPr>
          <p:spPr>
            <a:xfrm>
              <a:off x="5042800" y="5663893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HR </a:t>
              </a:r>
            </a:p>
            <a:p>
              <a:pPr algn="ctr"/>
              <a:r>
                <a:rPr lang="en-IN" sz="1100" dirty="0"/>
                <a:t>Management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B427620-357C-5C8E-C988-1391F29B0A3D}"/>
                </a:ext>
              </a:extLst>
            </p:cNvPr>
            <p:cNvSpPr/>
            <p:nvPr/>
          </p:nvSpPr>
          <p:spPr>
            <a:xfrm>
              <a:off x="5051389" y="4467210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Billing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FA9D36-93E1-0122-6C9D-5A7978073149}"/>
                </a:ext>
              </a:extLst>
            </p:cNvPr>
            <p:cNvSpPr/>
            <p:nvPr/>
          </p:nvSpPr>
          <p:spPr>
            <a:xfrm>
              <a:off x="5062121" y="3270527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Medical Record 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91CBE1-44AC-90CA-D2DF-12B3BFD160A3}"/>
                </a:ext>
              </a:extLst>
            </p:cNvPr>
            <p:cNvSpPr/>
            <p:nvPr/>
          </p:nvSpPr>
          <p:spPr>
            <a:xfrm>
              <a:off x="8880130" y="1106302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A9392FF-68B1-C778-D2A6-B76BF243147E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9" y="1230940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7E16BDA-476E-4FC2-EB7E-C35FFF7A0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824" y="1765579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CD6C62E-3A37-5705-3C73-627152B422AC}"/>
                </a:ext>
              </a:extLst>
            </p:cNvPr>
            <p:cNvSpPr/>
            <p:nvPr/>
          </p:nvSpPr>
          <p:spPr>
            <a:xfrm>
              <a:off x="5062121" y="877161"/>
              <a:ext cx="1465558" cy="11648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innerShdw blurRad="101600">
                <a:schemeClr val="bg1">
                  <a:alpha val="86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User</a:t>
              </a:r>
            </a:p>
            <a:p>
              <a:pPr algn="ctr"/>
              <a:r>
                <a:rPr lang="en-US" sz="1100" dirty="0"/>
                <a:t>Management</a:t>
              </a:r>
              <a:endParaRPr lang="en-IN" sz="11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423FB60-72EA-5CC8-4881-028E3FF8EEA5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8" y="3722279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8E18850-CADC-CBC0-15E8-4A49B29D8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4824" y="4228043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FAAC0EF-6FC7-6B8D-CE6E-860204DEEAF1}"/>
                </a:ext>
              </a:extLst>
            </p:cNvPr>
            <p:cNvCxnSpPr>
              <a:cxnSpLocks/>
            </p:cNvCxnSpPr>
            <p:nvPr/>
          </p:nvCxnSpPr>
          <p:spPr>
            <a:xfrm>
              <a:off x="2743197" y="4883728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185E6BC-A15B-9BDB-9E57-F5FD990294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3197" y="5465123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9F49C59-5E71-7CED-C8C2-57F0017D7D22}"/>
                </a:ext>
              </a:extLst>
            </p:cNvPr>
            <p:cNvCxnSpPr>
              <a:cxnSpLocks/>
            </p:cNvCxnSpPr>
            <p:nvPr/>
          </p:nvCxnSpPr>
          <p:spPr>
            <a:xfrm>
              <a:off x="2757710" y="5985246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EF7308-6AE7-D43A-CA74-D2070536E0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3197" y="6577637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F8552E-6F70-CB20-CD05-AA23EAA73088}"/>
                </a:ext>
              </a:extLst>
            </p:cNvPr>
            <p:cNvSpPr txBox="1"/>
            <p:nvPr/>
          </p:nvSpPr>
          <p:spPr>
            <a:xfrm>
              <a:off x="2923022" y="874633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Register / Login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5BB45-2EC8-416B-C35F-E1C159C54682}"/>
                </a:ext>
              </a:extLst>
            </p:cNvPr>
            <p:cNvSpPr txBox="1"/>
            <p:nvPr/>
          </p:nvSpPr>
          <p:spPr>
            <a:xfrm>
              <a:off x="2997619" y="1421385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User Details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61312C2-4DE2-A478-0491-7FE176AECDBF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H="1" flipV="1">
              <a:off x="1339785" y="2002099"/>
              <a:ext cx="743" cy="1364002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B04150A-59C0-89AA-D06A-A9090F0DC3D4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1339785" y="3068131"/>
              <a:ext cx="3936962" cy="6975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4CC98ABD-D3C1-99DF-FD62-CC218FD6256D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042493" y="2030829"/>
              <a:ext cx="3019628" cy="625455"/>
            </a:xfrm>
            <a:prstGeom prst="bentConnector3">
              <a:avLst>
                <a:gd name="adj1" fmla="val 593"/>
              </a:avLst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CC7361B-6EA4-864F-1F9F-20EFA500D7E3}"/>
                </a:ext>
              </a:extLst>
            </p:cNvPr>
            <p:cNvSpPr txBox="1"/>
            <p:nvPr/>
          </p:nvSpPr>
          <p:spPr>
            <a:xfrm>
              <a:off x="2767876" y="2306089"/>
              <a:ext cx="2274924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Book Appointments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737381D-BF8C-D179-1CEA-0E9B47D15EB5}"/>
                </a:ext>
              </a:extLst>
            </p:cNvPr>
            <p:cNvSpPr txBox="1"/>
            <p:nvPr/>
          </p:nvSpPr>
          <p:spPr>
            <a:xfrm>
              <a:off x="1839168" y="2746956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Appointment Confirmation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3D5EAA-5E47-E67F-7CE0-FA9D698ED4E0}"/>
                </a:ext>
              </a:extLst>
            </p:cNvPr>
            <p:cNvSpPr txBox="1"/>
            <p:nvPr/>
          </p:nvSpPr>
          <p:spPr>
            <a:xfrm>
              <a:off x="2709670" y="3392278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Diagnosis, Treatment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770A051-2337-32FA-C4C3-57BD947BE468}"/>
                </a:ext>
              </a:extLst>
            </p:cNvPr>
            <p:cNvSpPr txBox="1"/>
            <p:nvPr/>
          </p:nvSpPr>
          <p:spPr>
            <a:xfrm>
              <a:off x="2961151" y="3883439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Patient History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4901D0-C014-E4B8-528E-1C45BA3FBEE0}"/>
                </a:ext>
              </a:extLst>
            </p:cNvPr>
            <p:cNvSpPr txBox="1"/>
            <p:nvPr/>
          </p:nvSpPr>
          <p:spPr>
            <a:xfrm>
              <a:off x="3160521" y="4494066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Bills Details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BAA663-1A23-129A-7BA4-599F2899A496}"/>
                </a:ext>
              </a:extLst>
            </p:cNvPr>
            <p:cNvSpPr txBox="1"/>
            <p:nvPr/>
          </p:nvSpPr>
          <p:spPr>
            <a:xfrm>
              <a:off x="3242323" y="5144490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Bills receipts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B91B282-B7D8-52D2-527F-BB5F01A238DF}"/>
                </a:ext>
              </a:extLst>
            </p:cNvPr>
            <p:cNvSpPr txBox="1"/>
            <p:nvPr/>
          </p:nvSpPr>
          <p:spPr>
            <a:xfrm>
              <a:off x="2762579" y="5589603"/>
              <a:ext cx="315008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Attendance , Leaves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E3E8AA-4B41-39BF-D8FC-315AD311CD0A}"/>
                </a:ext>
              </a:extLst>
            </p:cNvPr>
            <p:cNvSpPr txBox="1"/>
            <p:nvPr/>
          </p:nvSpPr>
          <p:spPr>
            <a:xfrm>
              <a:off x="2722885" y="6245288"/>
              <a:ext cx="228648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Salary 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55C6C49-8292-7497-A885-7CEC7E6D04D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679" y="1230940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E38A928-F25B-3EFC-770F-E1BDCE1B9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8358" y="1592324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9A4D536-1E7F-89F0-967F-0D5C4943033D}"/>
                </a:ext>
              </a:extLst>
            </p:cNvPr>
            <p:cNvSpPr txBox="1"/>
            <p:nvPr/>
          </p:nvSpPr>
          <p:spPr>
            <a:xfrm>
              <a:off x="6454808" y="922600"/>
              <a:ext cx="2277369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\ Update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2E3CD0A-F3EB-2944-ACBC-8935124DA41C}"/>
                </a:ext>
              </a:extLst>
            </p:cNvPr>
            <p:cNvSpPr txBox="1"/>
            <p:nvPr/>
          </p:nvSpPr>
          <p:spPr>
            <a:xfrm>
              <a:off x="7016202" y="1282472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User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71B370D-2E2C-D4A3-A6C0-E7591B7D7184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78" y="2420031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70D676D-DDD4-2285-C46C-1774C83C8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1057" y="2781415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56B78C-5795-4C80-ADB4-D158AF52CFA4}"/>
                </a:ext>
              </a:extLst>
            </p:cNvPr>
            <p:cNvSpPr txBox="1"/>
            <p:nvPr/>
          </p:nvSpPr>
          <p:spPr>
            <a:xfrm>
              <a:off x="6506425" y="2063724"/>
              <a:ext cx="2277290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Appointment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6BB36F-B84A-1D01-EFD4-62C296D42CFE}"/>
                </a:ext>
              </a:extLst>
            </p:cNvPr>
            <p:cNvSpPr txBox="1"/>
            <p:nvPr/>
          </p:nvSpPr>
          <p:spPr>
            <a:xfrm>
              <a:off x="6614758" y="2401122"/>
              <a:ext cx="226202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Appointment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A9E9B3B-8952-648B-4D8B-995282E33327}"/>
                </a:ext>
              </a:extLst>
            </p:cNvPr>
            <p:cNvCxnSpPr>
              <a:cxnSpLocks/>
            </p:cNvCxnSpPr>
            <p:nvPr/>
          </p:nvCxnSpPr>
          <p:spPr>
            <a:xfrm>
              <a:off x="6572179" y="3641813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C6F26EC-83E4-7DED-7BF8-0C57A792B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858" y="4003197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AA8372-4342-F16E-D2EB-CA2941481BE3}"/>
                </a:ext>
              </a:extLst>
            </p:cNvPr>
            <p:cNvSpPr txBox="1"/>
            <p:nvPr/>
          </p:nvSpPr>
          <p:spPr>
            <a:xfrm>
              <a:off x="6564327" y="3324083"/>
              <a:ext cx="269833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Save Medical Records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9AB8667-1919-B09D-C311-2F96F0CE05E3}"/>
                </a:ext>
              </a:extLst>
            </p:cNvPr>
            <p:cNvSpPr txBox="1"/>
            <p:nvPr/>
          </p:nvSpPr>
          <p:spPr>
            <a:xfrm>
              <a:off x="7056304" y="3722279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Record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6BD55FD-D770-73A3-ECAC-43D27D5E00B3}"/>
                </a:ext>
              </a:extLst>
            </p:cNvPr>
            <p:cNvCxnSpPr>
              <a:cxnSpLocks/>
            </p:cNvCxnSpPr>
            <p:nvPr/>
          </p:nvCxnSpPr>
          <p:spPr>
            <a:xfrm>
              <a:off x="6570378" y="4882506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F25A89-8B5C-DBDE-890E-DD9AC0CD6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1057" y="5243890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AC1EF8C-8ABA-A210-884F-607DF4D5925D}"/>
                </a:ext>
              </a:extLst>
            </p:cNvPr>
            <p:cNvSpPr txBox="1"/>
            <p:nvPr/>
          </p:nvSpPr>
          <p:spPr>
            <a:xfrm>
              <a:off x="6685579" y="4574166"/>
              <a:ext cx="2246051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 Bill	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79D8E8-7BB4-D2CE-BDC7-27FC75573B63}"/>
                </a:ext>
              </a:extLst>
            </p:cNvPr>
            <p:cNvSpPr txBox="1"/>
            <p:nvPr/>
          </p:nvSpPr>
          <p:spPr>
            <a:xfrm>
              <a:off x="6709710" y="4953230"/>
              <a:ext cx="1915428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Bill Data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BBAF355-6E56-1763-2C65-79C29A4F3EF2}"/>
                </a:ext>
              </a:extLst>
            </p:cNvPr>
            <p:cNvCxnSpPr>
              <a:cxnSpLocks/>
            </p:cNvCxnSpPr>
            <p:nvPr/>
          </p:nvCxnSpPr>
          <p:spPr>
            <a:xfrm>
              <a:off x="6634079" y="6174564"/>
              <a:ext cx="2246051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D77EE57-157F-4D86-C938-B9C3C98D6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4758" y="6535948"/>
              <a:ext cx="2232736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82B587-358A-8C27-9D5C-7C63CC1B85B2}"/>
                </a:ext>
              </a:extLst>
            </p:cNvPr>
            <p:cNvSpPr txBox="1"/>
            <p:nvPr/>
          </p:nvSpPr>
          <p:spPr>
            <a:xfrm>
              <a:off x="6591997" y="5875955"/>
              <a:ext cx="2299977" cy="39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43B40AD-CD18-F1CF-2CFF-1498499FD299}"/>
                </a:ext>
              </a:extLst>
            </p:cNvPr>
            <p:cNvSpPr txBox="1"/>
            <p:nvPr/>
          </p:nvSpPr>
          <p:spPr>
            <a:xfrm>
              <a:off x="6773412" y="6245288"/>
              <a:ext cx="1915428" cy="693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 And Reports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42A20EE-EBA5-176C-AE55-1338CFF921B9}"/>
                </a:ext>
              </a:extLst>
            </p:cNvPr>
            <p:cNvSpPr/>
            <p:nvPr/>
          </p:nvSpPr>
          <p:spPr>
            <a:xfrm>
              <a:off x="8875236" y="2248391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15D3B79-F4B7-47E4-458A-0F85FE40B4CA}"/>
                </a:ext>
              </a:extLst>
            </p:cNvPr>
            <p:cNvSpPr/>
            <p:nvPr/>
          </p:nvSpPr>
          <p:spPr>
            <a:xfrm>
              <a:off x="8875236" y="2248391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AC13BE7-F49B-5362-ABB6-D4EA625159E7}"/>
                </a:ext>
              </a:extLst>
            </p:cNvPr>
            <p:cNvSpPr/>
            <p:nvPr/>
          </p:nvSpPr>
          <p:spPr>
            <a:xfrm>
              <a:off x="8880130" y="3541709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3CC409F-50F8-7D3B-192C-2D26006C5E4B}"/>
                </a:ext>
              </a:extLst>
            </p:cNvPr>
            <p:cNvSpPr/>
            <p:nvPr/>
          </p:nvSpPr>
          <p:spPr>
            <a:xfrm>
              <a:off x="8880130" y="3541709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D41460A-7E79-B458-7DDB-895FC9B59557}"/>
                </a:ext>
              </a:extLst>
            </p:cNvPr>
            <p:cNvSpPr/>
            <p:nvPr/>
          </p:nvSpPr>
          <p:spPr>
            <a:xfrm>
              <a:off x="8875236" y="4748857"/>
              <a:ext cx="3237757" cy="533024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AE511F4-7F6D-48CC-40B8-E422101B002E}"/>
                </a:ext>
              </a:extLst>
            </p:cNvPr>
            <p:cNvSpPr/>
            <p:nvPr/>
          </p:nvSpPr>
          <p:spPr>
            <a:xfrm>
              <a:off x="8875236" y="4748857"/>
              <a:ext cx="589368" cy="53302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BFC46FA-9BC2-19A8-2AB2-EC39059C4564}"/>
                </a:ext>
              </a:extLst>
            </p:cNvPr>
            <p:cNvSpPr/>
            <p:nvPr/>
          </p:nvSpPr>
          <p:spPr>
            <a:xfrm>
              <a:off x="8849891" y="5583250"/>
              <a:ext cx="3237757" cy="1200328"/>
            </a:xfrm>
            <a:prstGeom prst="rect">
              <a:avLst/>
            </a:prstGeom>
            <a:gradFill flip="none" rotWithShape="1">
              <a:gsLst>
                <a:gs pos="1000">
                  <a:schemeClr val="accent1"/>
                </a:gs>
                <a:gs pos="0">
                  <a:srgbClr val="5881CA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74446BA-9FCE-0A18-B6F0-B8CC7CE77A4F}"/>
                </a:ext>
              </a:extLst>
            </p:cNvPr>
            <p:cNvSpPr/>
            <p:nvPr/>
          </p:nvSpPr>
          <p:spPr>
            <a:xfrm>
              <a:off x="8849891" y="5583250"/>
              <a:ext cx="589368" cy="1200328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4D44927-5A90-D52F-58A1-1DBA9D41F8A2}"/>
                </a:ext>
              </a:extLst>
            </p:cNvPr>
            <p:cNvSpPr txBox="1"/>
            <p:nvPr/>
          </p:nvSpPr>
          <p:spPr>
            <a:xfrm>
              <a:off x="9464604" y="5736686"/>
              <a:ext cx="25324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Attendance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Leaves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Salary Slips</a:t>
              </a:r>
              <a:endParaRPr lang="en-IN" dirty="0">
                <a:solidFill>
                  <a:srgbClr val="002060"/>
                </a:solidFill>
              </a:endParaRPr>
            </a:p>
            <a:p>
              <a:pPr algn="ctr"/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F6D31AA-90DB-5AE7-BC66-B86109204960}"/>
                </a:ext>
              </a:extLst>
            </p:cNvPr>
            <p:cNvSpPr txBox="1"/>
            <p:nvPr/>
          </p:nvSpPr>
          <p:spPr>
            <a:xfrm>
              <a:off x="9464604" y="4822956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Bills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C8DE64E-21C3-9404-A76D-26031D3F3D74}"/>
                </a:ext>
              </a:extLst>
            </p:cNvPr>
            <p:cNvSpPr txBox="1"/>
            <p:nvPr/>
          </p:nvSpPr>
          <p:spPr>
            <a:xfrm>
              <a:off x="9448802" y="3623555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Medical Records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0E38617-68A3-4986-2BEF-D7FCCE1D98BC}"/>
                </a:ext>
              </a:extLst>
            </p:cNvPr>
            <p:cNvSpPr txBox="1"/>
            <p:nvPr/>
          </p:nvSpPr>
          <p:spPr>
            <a:xfrm>
              <a:off x="9419306" y="2330237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Appointments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170974B-6C96-42C4-333A-E40CB15A0E7D}"/>
                </a:ext>
              </a:extLst>
            </p:cNvPr>
            <p:cNvSpPr txBox="1"/>
            <p:nvPr/>
          </p:nvSpPr>
          <p:spPr>
            <a:xfrm>
              <a:off x="9411357" y="1222992"/>
              <a:ext cx="2623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Users</a:t>
              </a:r>
              <a:endParaRPr lang="en-IN" dirty="0">
                <a:solidFill>
                  <a:srgbClr val="002060"/>
                </a:solidFill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FF851C5-1A9A-A600-36CA-9A955D1A0CDF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3185798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AF6E938-BF6F-7154-476D-552C4BD7AA1E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4354955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7C844B5-A432-D6E3-4B76-C252B65D68B2}"/>
                </a:ext>
              </a:extLst>
            </p:cNvPr>
            <p:cNvCxnSpPr>
              <a:cxnSpLocks/>
            </p:cNvCxnSpPr>
            <p:nvPr/>
          </p:nvCxnSpPr>
          <p:spPr>
            <a:xfrm>
              <a:off x="5794900" y="5524112"/>
              <a:ext cx="0" cy="355911"/>
            </a:xfrm>
            <a:prstGeom prst="straightConnector1">
              <a:avLst/>
            </a:prstGeom>
            <a:ln w="63500">
              <a:solidFill>
                <a:schemeClr val="bg1"/>
              </a:solidFill>
              <a:tailEnd type="triangle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lowchart: Alternate Process 77">
              <a:extLst>
                <a:ext uri="{FF2B5EF4-FFF2-40B4-BE49-F238E27FC236}">
                  <a16:creationId xmlns:a16="http://schemas.microsoft.com/office/drawing/2014/main" id="{FD959E22-7B15-CD99-C34D-80BE0EDE8183}"/>
                </a:ext>
              </a:extLst>
            </p:cNvPr>
            <p:cNvSpPr/>
            <p:nvPr/>
          </p:nvSpPr>
          <p:spPr>
            <a:xfrm>
              <a:off x="9095873" y="494548"/>
              <a:ext cx="2938527" cy="492808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Data Store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11AEF44-0C79-C95F-5D61-29C61A703304}"/>
              </a:ext>
            </a:extLst>
          </p:cNvPr>
          <p:cNvSpPr txBox="1"/>
          <p:nvPr/>
        </p:nvSpPr>
        <p:spPr>
          <a:xfrm>
            <a:off x="1574126" y="313957"/>
            <a:ext cx="2039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Diagram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D6A224-88E5-CEC7-5AA0-D04F9F5BDD66}"/>
              </a:ext>
            </a:extLst>
          </p:cNvPr>
          <p:cNvSpPr txBox="1"/>
          <p:nvPr/>
        </p:nvSpPr>
        <p:spPr>
          <a:xfrm>
            <a:off x="0" y="321176"/>
            <a:ext cx="2039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Data Flow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49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Structure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Database</a:t>
            </a:r>
            <a:endParaRPr lang="en-IN" sz="166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31B8E-AEB0-4D27-B7CD-FFC432545958}"/>
              </a:ext>
            </a:extLst>
          </p:cNvPr>
          <p:cNvSpPr/>
          <p:nvPr/>
        </p:nvSpPr>
        <p:spPr>
          <a:xfrm>
            <a:off x="3937970" y="7418494"/>
            <a:ext cx="8079984" cy="5867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6655B4-F5CC-9A6F-5FE8-2D847A5E9356}"/>
              </a:ext>
            </a:extLst>
          </p:cNvPr>
          <p:cNvGrpSpPr/>
          <p:nvPr/>
        </p:nvGrpSpPr>
        <p:grpSpPr>
          <a:xfrm>
            <a:off x="87661" y="7584711"/>
            <a:ext cx="3101478" cy="5632566"/>
            <a:chOff x="180513" y="661388"/>
            <a:chExt cx="3601374" cy="6036814"/>
          </a:xfrm>
        </p:grpSpPr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7FCE6C49-6220-885B-27DD-5F0DC7447651}"/>
                </a:ext>
              </a:extLst>
            </p:cNvPr>
            <p:cNvSpPr/>
            <p:nvPr/>
          </p:nvSpPr>
          <p:spPr>
            <a:xfrm>
              <a:off x="180513" y="661388"/>
              <a:ext cx="3601374" cy="6036814"/>
            </a:xfrm>
            <a:prstGeom prst="flowChartAlternateProcess">
              <a:avLst/>
            </a:prstGeom>
            <a:solidFill>
              <a:schemeClr val="accent1">
                <a:lumMod val="50000"/>
              </a:scheme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66FC68-69B8-4DE1-CCA6-7854C08CD3EF}"/>
                </a:ext>
              </a:extLst>
            </p:cNvPr>
            <p:cNvSpPr txBox="1"/>
            <p:nvPr/>
          </p:nvSpPr>
          <p:spPr>
            <a:xfrm>
              <a:off x="423169" y="1110060"/>
              <a:ext cx="3116062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Main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Users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Patients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Doctors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Staff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Departments</a:t>
              </a:r>
            </a:p>
            <a:p>
              <a:endParaRPr lang="en-US" sz="2000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Core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Appointments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Medical Records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Bills</a:t>
              </a:r>
            </a:p>
            <a:p>
              <a:endParaRPr lang="en-US" sz="2000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HR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Attendance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Salary Slips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Leaves</a:t>
              </a:r>
              <a:endParaRPr lang="en-IN" sz="20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4C99F6F-5DDE-1EC8-EF1C-D6EF395C3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721684"/>
              </p:ext>
            </p:extLst>
          </p:nvPr>
        </p:nvGraphicFramePr>
        <p:xfrm>
          <a:off x="4313843" y="8231293"/>
          <a:ext cx="7416152" cy="5029332"/>
        </p:xfrm>
        <a:graphic>
          <a:graphicData uri="http://schemas.openxmlformats.org/drawingml/2006/table">
            <a:tbl>
              <a:tblPr firstRow="1" bandCol="1">
                <a:tableStyleId>{69CF1AB2-1976-4502-BF36-3FF5EA218861}</a:tableStyleId>
              </a:tblPr>
              <a:tblGrid>
                <a:gridCol w="1854038">
                  <a:extLst>
                    <a:ext uri="{9D8B030D-6E8A-4147-A177-3AD203B41FA5}">
                      <a16:colId xmlns:a16="http://schemas.microsoft.com/office/drawing/2014/main" val="3227522725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649424089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2188411441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1454362820"/>
                    </a:ext>
                  </a:extLst>
                </a:gridCol>
              </a:tblGrid>
              <a:tr h="457332">
                <a:tc>
                  <a:txBody>
                    <a:bodyPr/>
                    <a:lstStyle/>
                    <a:p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Or 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858185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user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35356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UNIQUE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 login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094578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UNIQUE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email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709214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password_hash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Encrypted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221309"/>
                  </a:ext>
                </a:extLst>
              </a:tr>
              <a:tr h="877737">
                <a:tc>
                  <a:txBody>
                    <a:bodyPr/>
                    <a:lstStyle/>
                    <a:p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role (patient/doctor/staff/admin)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839059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Contact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281918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86335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Account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02557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D099119-CF60-E51C-2DCC-391AACCE8ADD}"/>
              </a:ext>
            </a:extLst>
          </p:cNvPr>
          <p:cNvSpPr txBox="1"/>
          <p:nvPr/>
        </p:nvSpPr>
        <p:spPr>
          <a:xfrm>
            <a:off x="4160397" y="7592909"/>
            <a:ext cx="1832363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Central Table: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14497D-3D03-C7D5-9804-2250838EC62A}"/>
              </a:ext>
            </a:extLst>
          </p:cNvPr>
          <p:cNvSpPr txBox="1"/>
          <p:nvPr/>
        </p:nvSpPr>
        <p:spPr>
          <a:xfrm>
            <a:off x="7429846" y="7584711"/>
            <a:ext cx="1995099" cy="584775"/>
          </a:xfrm>
          <a:prstGeom prst="rect">
            <a:avLst/>
          </a:prstGeom>
          <a:noFill/>
          <a:ln w="25400">
            <a:solidFill>
              <a:srgbClr val="00206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94775"/>
                      <a:gd name="connsiteY0" fmla="*/ 0 h 707886"/>
                      <a:gd name="connsiteX1" fmla="*/ 1594775 w 1594775"/>
                      <a:gd name="connsiteY1" fmla="*/ 0 h 707886"/>
                      <a:gd name="connsiteX2" fmla="*/ 1594775 w 1594775"/>
                      <a:gd name="connsiteY2" fmla="*/ 707886 h 707886"/>
                      <a:gd name="connsiteX3" fmla="*/ 0 w 1594775"/>
                      <a:gd name="connsiteY3" fmla="*/ 707886 h 707886"/>
                      <a:gd name="connsiteX4" fmla="*/ 0 w 1594775"/>
                      <a:gd name="connsiteY4" fmla="*/ 0 h 707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94775" h="707886" extrusionOk="0">
                        <a:moveTo>
                          <a:pt x="0" y="0"/>
                        </a:moveTo>
                        <a:cubicBezTo>
                          <a:pt x="657483" y="44528"/>
                          <a:pt x="988877" y="48081"/>
                          <a:pt x="1594775" y="0"/>
                        </a:cubicBezTo>
                        <a:cubicBezTo>
                          <a:pt x="1551365" y="186738"/>
                          <a:pt x="1649516" y="428844"/>
                          <a:pt x="1594775" y="707886"/>
                        </a:cubicBezTo>
                        <a:cubicBezTo>
                          <a:pt x="1391247" y="737270"/>
                          <a:pt x="161398" y="693614"/>
                          <a:pt x="0" y="707886"/>
                        </a:cubicBezTo>
                        <a:cubicBezTo>
                          <a:pt x="50286" y="551974"/>
                          <a:pt x="46678" y="31663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USERS</a:t>
            </a:r>
            <a:endParaRPr lang="en-IN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953091"/>
      </p:ext>
    </p:extLst>
  </p:cSld>
  <p:clrMapOvr>
    <a:masterClrMapping/>
  </p:clrMapOvr>
  <p:transition advClick="0" advTm="10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468AD4-F785-20FE-0079-20EF0F73C473}"/>
              </a:ext>
            </a:extLst>
          </p:cNvPr>
          <p:cNvSpPr txBox="1"/>
          <p:nvPr/>
        </p:nvSpPr>
        <p:spPr>
          <a:xfrm>
            <a:off x="1803276" y="266125"/>
            <a:ext cx="1907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Structure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C7F7B-25CC-E1AE-4456-1563A16A3F2E}"/>
              </a:ext>
            </a:extLst>
          </p:cNvPr>
          <p:cNvSpPr txBox="1"/>
          <p:nvPr/>
        </p:nvSpPr>
        <p:spPr>
          <a:xfrm>
            <a:off x="215900" y="244111"/>
            <a:ext cx="1907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Database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59D52A-F274-DB3D-8D18-25FCC3000126}"/>
              </a:ext>
            </a:extLst>
          </p:cNvPr>
          <p:cNvSpPr/>
          <p:nvPr/>
        </p:nvSpPr>
        <p:spPr>
          <a:xfrm>
            <a:off x="3949125" y="941494"/>
            <a:ext cx="8079984" cy="5867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A98809-C30C-0BE2-9777-6760360B95E6}"/>
              </a:ext>
            </a:extLst>
          </p:cNvPr>
          <p:cNvGrpSpPr/>
          <p:nvPr/>
        </p:nvGrpSpPr>
        <p:grpSpPr>
          <a:xfrm>
            <a:off x="98816" y="1107711"/>
            <a:ext cx="3101478" cy="5632566"/>
            <a:chOff x="180513" y="661388"/>
            <a:chExt cx="3601374" cy="6036814"/>
          </a:xfrm>
        </p:grpSpPr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A3040BBE-6390-6E6D-E970-1B4EDEA373EB}"/>
                </a:ext>
              </a:extLst>
            </p:cNvPr>
            <p:cNvSpPr/>
            <p:nvPr/>
          </p:nvSpPr>
          <p:spPr>
            <a:xfrm>
              <a:off x="180513" y="661388"/>
              <a:ext cx="3601374" cy="6036814"/>
            </a:xfrm>
            <a:prstGeom prst="flowChartAlternateProcess">
              <a:avLst/>
            </a:prstGeom>
            <a:solidFill>
              <a:schemeClr val="accent1">
                <a:lumMod val="50000"/>
              </a:scheme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097642-7421-242A-9A47-07A769747D26}"/>
                </a:ext>
              </a:extLst>
            </p:cNvPr>
            <p:cNvSpPr txBox="1"/>
            <p:nvPr/>
          </p:nvSpPr>
          <p:spPr>
            <a:xfrm>
              <a:off x="423169" y="1110060"/>
              <a:ext cx="3116062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Main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Users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Patients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Doctors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Staff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Departments</a:t>
              </a:r>
            </a:p>
            <a:p>
              <a:endParaRPr lang="en-US" sz="2000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Core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Appointments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Medical Records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Bills</a:t>
              </a:r>
            </a:p>
            <a:p>
              <a:endParaRPr lang="en-US" sz="2000" dirty="0">
                <a:solidFill>
                  <a:schemeClr val="bg1"/>
                </a:solidFill>
              </a:endParaRPr>
            </a:p>
            <a:p>
              <a:r>
                <a:rPr lang="en-US" sz="2000" dirty="0">
                  <a:solidFill>
                    <a:schemeClr val="bg1"/>
                  </a:solidFill>
                </a:rPr>
                <a:t>HR Tables: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Attendance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Salary Slips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• Leaves</a:t>
              </a:r>
              <a:endParaRPr lang="en-IN" sz="20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6848DD9B-6EEE-5E6F-E077-D46124107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8357"/>
              </p:ext>
            </p:extLst>
          </p:nvPr>
        </p:nvGraphicFramePr>
        <p:xfrm>
          <a:off x="4324998" y="1754293"/>
          <a:ext cx="7237244" cy="5029332"/>
        </p:xfrm>
        <a:graphic>
          <a:graphicData uri="http://schemas.openxmlformats.org/drawingml/2006/table">
            <a:tbl>
              <a:tblPr firstRow="1" bandCol="1">
                <a:tableStyleId>{69CF1AB2-1976-4502-BF36-3FF5EA218861}</a:tableStyleId>
              </a:tblPr>
              <a:tblGrid>
                <a:gridCol w="1675130">
                  <a:extLst>
                    <a:ext uri="{9D8B030D-6E8A-4147-A177-3AD203B41FA5}">
                      <a16:colId xmlns:a16="http://schemas.microsoft.com/office/drawing/2014/main" val="3227522725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649424089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2188411441"/>
                    </a:ext>
                  </a:extLst>
                </a:gridCol>
                <a:gridCol w="1854038">
                  <a:extLst>
                    <a:ext uri="{9D8B030D-6E8A-4147-A177-3AD203B41FA5}">
                      <a16:colId xmlns:a16="http://schemas.microsoft.com/office/drawing/2014/main" val="1454362820"/>
                    </a:ext>
                  </a:extLst>
                </a:gridCol>
              </a:tblGrid>
              <a:tr h="457332">
                <a:tc>
                  <a:txBody>
                    <a:bodyPr/>
                    <a:lstStyle/>
                    <a:p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Or Constraint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858185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user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235356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UNIQUE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 login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094578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UNIQUE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email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709214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password_hash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Encrypted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221309"/>
                  </a:ext>
                </a:extLst>
              </a:tr>
              <a:tr h="877737">
                <a:tc>
                  <a:txBody>
                    <a:bodyPr/>
                    <a:lstStyle/>
                    <a:p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role (patient/doctor/staff/admin)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839059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Contact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281918"/>
                  </a:ext>
                </a:extLst>
              </a:tr>
              <a:tr h="351095">
                <a:tc>
                  <a:txBody>
                    <a:bodyPr/>
                    <a:lstStyle/>
                    <a:p>
                      <a:r>
                        <a:rPr lang="en-IN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86335"/>
                  </a:ext>
                </a:extLst>
              </a:tr>
              <a:tr h="614416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Account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02557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9DCDF9BA-5E8C-CB63-2441-6D263ACE4DA7}"/>
              </a:ext>
            </a:extLst>
          </p:cNvPr>
          <p:cNvSpPr txBox="1"/>
          <p:nvPr/>
        </p:nvSpPr>
        <p:spPr>
          <a:xfrm>
            <a:off x="4171552" y="1115909"/>
            <a:ext cx="1832363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Central Table: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779F99-DB1E-2B96-A3B7-6655CC65BD16}"/>
              </a:ext>
            </a:extLst>
          </p:cNvPr>
          <p:cNvSpPr txBox="1"/>
          <p:nvPr/>
        </p:nvSpPr>
        <p:spPr>
          <a:xfrm>
            <a:off x="7441001" y="1107711"/>
            <a:ext cx="1995099" cy="584775"/>
          </a:xfrm>
          <a:prstGeom prst="rect">
            <a:avLst/>
          </a:prstGeom>
          <a:noFill/>
          <a:ln w="25400">
            <a:solidFill>
              <a:srgbClr val="00206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94775"/>
                      <a:gd name="connsiteY0" fmla="*/ 0 h 707886"/>
                      <a:gd name="connsiteX1" fmla="*/ 1594775 w 1594775"/>
                      <a:gd name="connsiteY1" fmla="*/ 0 h 707886"/>
                      <a:gd name="connsiteX2" fmla="*/ 1594775 w 1594775"/>
                      <a:gd name="connsiteY2" fmla="*/ 707886 h 707886"/>
                      <a:gd name="connsiteX3" fmla="*/ 0 w 1594775"/>
                      <a:gd name="connsiteY3" fmla="*/ 707886 h 707886"/>
                      <a:gd name="connsiteX4" fmla="*/ 0 w 1594775"/>
                      <a:gd name="connsiteY4" fmla="*/ 0 h 707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94775" h="707886" extrusionOk="0">
                        <a:moveTo>
                          <a:pt x="0" y="0"/>
                        </a:moveTo>
                        <a:cubicBezTo>
                          <a:pt x="657483" y="44528"/>
                          <a:pt x="988877" y="48081"/>
                          <a:pt x="1594775" y="0"/>
                        </a:cubicBezTo>
                        <a:cubicBezTo>
                          <a:pt x="1551365" y="186738"/>
                          <a:pt x="1649516" y="428844"/>
                          <a:pt x="1594775" y="707886"/>
                        </a:cubicBezTo>
                        <a:cubicBezTo>
                          <a:pt x="1391247" y="737270"/>
                          <a:pt x="161398" y="693614"/>
                          <a:pt x="0" y="707886"/>
                        </a:cubicBezTo>
                        <a:cubicBezTo>
                          <a:pt x="50286" y="551974"/>
                          <a:pt x="46678" y="31663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USERS</a:t>
            </a:r>
            <a:endParaRPr lang="en-IN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246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C1DA5D-C6CB-C825-695D-DBF698EF52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2" b="-145"/>
          <a:stretch/>
        </p:blipFill>
        <p:spPr>
          <a:xfrm>
            <a:off x="-16934" y="0"/>
            <a:ext cx="12225867" cy="72474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6B5ACB-9894-9745-F162-7C6BA5102DA6}"/>
              </a:ext>
            </a:extLst>
          </p:cNvPr>
          <p:cNvSpPr/>
          <p:nvPr/>
        </p:nvSpPr>
        <p:spPr>
          <a:xfrm>
            <a:off x="-16934" y="0"/>
            <a:ext cx="12225867" cy="7247466"/>
          </a:xfrm>
          <a:prstGeom prst="rect">
            <a:avLst/>
          </a:prstGeom>
          <a:solidFill>
            <a:schemeClr val="tx1">
              <a:lumMod val="95000"/>
              <a:lumOff val="5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1C83889B-747C-4E15-023F-5B9EF0A34FB8}"/>
              </a:ext>
            </a:extLst>
          </p:cNvPr>
          <p:cNvSpPr/>
          <p:nvPr/>
        </p:nvSpPr>
        <p:spPr>
          <a:xfrm>
            <a:off x="203200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27579A11-1F2B-9673-84C6-8B1EF59B851F}"/>
              </a:ext>
            </a:extLst>
          </p:cNvPr>
          <p:cNvSpPr/>
          <p:nvPr/>
        </p:nvSpPr>
        <p:spPr>
          <a:xfrm>
            <a:off x="2679700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1" name="Oval 10">
            <a:extLst>
              <a:ext uri="{FF2B5EF4-FFF2-40B4-BE49-F238E27FC236}">
                <a16:creationId xmlns:a16="http://schemas.microsoft.com/office/drawing/2014/main" id="{C70C3B33-0A62-8C7E-6018-2C676ECEA226}"/>
              </a:ext>
            </a:extLst>
          </p:cNvPr>
          <p:cNvSpPr/>
          <p:nvPr/>
        </p:nvSpPr>
        <p:spPr>
          <a:xfrm>
            <a:off x="5151966" y="2281767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A04B01AE-C751-9ECE-5BD5-7FB3B21A9FF1}"/>
              </a:ext>
            </a:extLst>
          </p:cNvPr>
          <p:cNvSpPr/>
          <p:nvPr/>
        </p:nvSpPr>
        <p:spPr>
          <a:xfrm>
            <a:off x="7624232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75C84A2D-AB79-ACF4-AD15-D3BD0F824FF5}"/>
              </a:ext>
            </a:extLst>
          </p:cNvPr>
          <p:cNvSpPr/>
          <p:nvPr/>
        </p:nvSpPr>
        <p:spPr>
          <a:xfrm>
            <a:off x="10096498" y="2290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A7BEB707-BBB5-59DF-2268-66EE021DF099}"/>
              </a:ext>
            </a:extLst>
          </p:cNvPr>
          <p:cNvSpPr/>
          <p:nvPr/>
        </p:nvSpPr>
        <p:spPr>
          <a:xfrm>
            <a:off x="9058518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26328FA7-7822-67CE-F379-7D7A2510EE47}"/>
              </a:ext>
            </a:extLst>
          </p:cNvPr>
          <p:cNvSpPr/>
          <p:nvPr/>
        </p:nvSpPr>
        <p:spPr>
          <a:xfrm>
            <a:off x="6327532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8" name="Oval 17">
            <a:extLst>
              <a:ext uri="{FF2B5EF4-FFF2-40B4-BE49-F238E27FC236}">
                <a16:creationId xmlns:a16="http://schemas.microsoft.com/office/drawing/2014/main" id="{27CB3684-3243-D01F-3C19-160B668C4B99}"/>
              </a:ext>
            </a:extLst>
          </p:cNvPr>
          <p:cNvSpPr/>
          <p:nvPr/>
        </p:nvSpPr>
        <p:spPr>
          <a:xfrm>
            <a:off x="3942700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3" name="Oval 22">
            <a:extLst>
              <a:ext uri="{FF2B5EF4-FFF2-40B4-BE49-F238E27FC236}">
                <a16:creationId xmlns:a16="http://schemas.microsoft.com/office/drawing/2014/main" id="{4DD9016F-343A-7F69-0FF4-590EB574A631}"/>
              </a:ext>
            </a:extLst>
          </p:cNvPr>
          <p:cNvSpPr/>
          <p:nvPr/>
        </p:nvSpPr>
        <p:spPr>
          <a:xfrm>
            <a:off x="1513484" y="4514166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7" name="Section Zoom 36"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62975" y="2868751"/>
              <a:ext cx="1521982" cy="856115"/>
            </p:xfrm>
            <a:graphic>
              <a:graphicData uri="http://schemas.microsoft.com/office/powerpoint/2016/sectionzoom">
                <psez:sectionZm>
                  <psez:sectionZmObj sectionId="{3A7DB584-349D-40F8-B3D6-ABE691627A4A}">
                    <psez:zmPr id="{D3746402-9128-4C87-B717-4F742D57CC77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1982" cy="85611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7" name="Section Zoom 3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2975" y="2868751"/>
                <a:ext cx="1521982" cy="856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9" name="Section Zoom 38"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26347" y="5155217"/>
              <a:ext cx="1176705" cy="661897"/>
            </p:xfrm>
            <a:graphic>
              <a:graphicData uri="http://schemas.microsoft.com/office/powerpoint/2016/sectionzoom">
                <psez:sectionZm>
                  <psez:sectionZmObj sectionId="{3B4C2B88-748A-4CF8-A49D-122A5A5A76E9}">
                    <psez:zmPr id="{2067C166-7AF6-4040-8724-A427887C9B89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76705" cy="661897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9" name="Section Zoom 3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6347" y="5155217"/>
                <a:ext cx="1176705" cy="661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1" name="Section Zoom 40"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29725" y="5269516"/>
              <a:ext cx="1339614" cy="753533"/>
            </p:xfrm>
            <a:graphic>
              <a:graphicData uri="http://schemas.microsoft.com/office/powerpoint/2016/sectionzoom">
                <psez:sectionZm>
                  <psez:sectionZmObj sectionId="{AA4AED47-1F60-48A1-B681-4946D767582D}">
                    <psez:zmPr id="{70AF7DA1-C0ED-43D9-8506-A16084BB9DD2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39614" cy="7535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1" name="Section Zoom 4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9725" y="5269516"/>
                <a:ext cx="1339614" cy="753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3" name="Section Zoom 42"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300670" y="5247900"/>
              <a:ext cx="1459696" cy="821079"/>
            </p:xfrm>
            <a:graphic>
              <a:graphicData uri="http://schemas.microsoft.com/office/powerpoint/2016/sectionzoom">
                <psez:sectionZm>
                  <psez:sectionZmObj sectionId="{EF8171A5-E57E-45CA-B2C9-51F5704BF27E}">
                    <psez:zmPr id="{E70005E7-5B74-4B85-9FAB-16A7D3973DC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59696" cy="82107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3" name="Section Zoom 4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00670" y="5247900"/>
                <a:ext cx="1459696" cy="821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5" name="Section Zoom 44"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8959" y="2828611"/>
              <a:ext cx="1593341" cy="896255"/>
            </p:xfrm>
            <a:graphic>
              <a:graphicData uri="http://schemas.microsoft.com/office/powerpoint/2016/sectionzoom">
                <psez:sectionZm>
                  <psez:sectionZmObj sectionId="{D9407E0D-7946-4865-929F-C56D169E733A}">
                    <psez:zmPr id="{6A144CC6-68BC-4E6C-9796-D01DA42576D3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3341" cy="89625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5" name="Section Zoom 4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38959" y="2828611"/>
                <a:ext cx="1593341" cy="896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7" name="Section Zoom 46"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24116" y="5047753"/>
              <a:ext cx="1639784" cy="922378"/>
            </p:xfrm>
            <a:graphic>
              <a:graphicData uri="http://schemas.microsoft.com/office/powerpoint/2016/sectionzoom">
                <psez:sectionZm>
                  <psez:sectionZmObj sectionId="{7EDDF376-B45F-4B98-9CA0-7D667B731A54}">
                    <psez:zmPr id="{FC0A3391-79C6-415C-8CA3-1208F438C760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9784" cy="92237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7" name="Section Zoom 4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24116" y="5047753"/>
                <a:ext cx="1639784" cy="922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9" name="Section Zoom 48"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90869" y="2843791"/>
              <a:ext cx="1610725" cy="906033"/>
            </p:xfrm>
            <a:graphic>
              <a:graphicData uri="http://schemas.microsoft.com/office/powerpoint/2016/sectionzoom">
                <psez:sectionZm>
                  <psez:sectionZmObj sectionId="{550CC91B-F0BD-4A7C-B4CC-9610F92AEA5C}">
                    <psez:zmPr id="{DDDEE8F2-E9D3-4181-9611-1F6D081A6182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0725" cy="9060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9" name="Section Zoom 48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90869" y="2843791"/>
                <a:ext cx="1610725" cy="906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1" name="Section Zoom 50"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8461" y="2793160"/>
              <a:ext cx="1637712" cy="921213"/>
            </p:xfrm>
            <a:graphic>
              <a:graphicData uri="http://schemas.microsoft.com/office/powerpoint/2016/sectionzoom">
                <psez:sectionZm>
                  <psez:sectionZmObj sectionId="{FCA42783-3F8F-4CD5-A090-DCBD6A8DEB9B}">
                    <psez:zmPr id="{3B890E18-5575-4148-8359-0CB0505BA429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7712" cy="92121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1" name="Section Zoom 5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8461" y="2793160"/>
                <a:ext cx="1637712" cy="921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3" name="Section Zoom 52"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309539" y="2875333"/>
              <a:ext cx="1524000" cy="857250"/>
            </p:xfrm>
            <a:graphic>
              <a:graphicData uri="http://schemas.microsoft.com/office/powerpoint/2016/sectionzoom">
                <psez:sectionZm>
                  <psez:sectionZmObj sectionId="{77515974-D18D-4548-B85A-19FF6C4C1E20}">
                    <psez:zmPr id="{97DC5D3B-FA49-4C26-A6F3-4BA1E142CB50}" transitionDur="1000" showBg="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4000" cy="85725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3" name="Section Zoom 52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309539" y="2875333"/>
                <a:ext cx="1524000" cy="857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24D436F2-F400-A6F5-CA40-5D6B03F539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456880"/>
                  </p:ext>
                </p:extLst>
              </p:nvPr>
            </p:nvGraphicFramePr>
            <p:xfrm>
              <a:off x="834775" y="7921991"/>
              <a:ext cx="1578682" cy="888009"/>
            </p:xfrm>
            <a:graphic>
              <a:graphicData uri="http://schemas.microsoft.com/office/powerpoint/2016/sectionzoom">
                <psez:sectionZm>
                  <psez:sectionZmObj sectionId="{7098316D-82BA-4C33-8047-22336C5E683A}">
                    <psez:zmPr id="{2ED649D3-9841-44CE-B501-D4C16C1B0001}" transitionDur="100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8682" cy="8880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" name="Section Zoom 4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24D436F2-F400-A6F5-CA40-5D6B03F539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34775" y="7921991"/>
                <a:ext cx="1578682" cy="8880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 useBgFill="1">
        <p:nvSpPr>
          <p:cNvPr id="9" name="Oval 8">
            <a:extLst>
              <a:ext uri="{FF2B5EF4-FFF2-40B4-BE49-F238E27FC236}">
                <a16:creationId xmlns:a16="http://schemas.microsoft.com/office/drawing/2014/main" id="{F6281A9A-CA0B-B4E9-8111-1227A49834BD}"/>
              </a:ext>
            </a:extLst>
          </p:cNvPr>
          <p:cNvSpPr/>
          <p:nvPr/>
        </p:nvSpPr>
        <p:spPr>
          <a:xfrm>
            <a:off x="6997339" y="79552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6" name="Oval 15">
            <a:extLst>
              <a:ext uri="{FF2B5EF4-FFF2-40B4-BE49-F238E27FC236}">
                <a16:creationId xmlns:a16="http://schemas.microsoft.com/office/drawing/2014/main" id="{95B19579-5517-1832-A400-829C878F16D3}"/>
              </a:ext>
            </a:extLst>
          </p:cNvPr>
          <p:cNvSpPr/>
          <p:nvPr/>
        </p:nvSpPr>
        <p:spPr>
          <a:xfrm>
            <a:off x="7149739" y="81076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7" name="Oval 16">
            <a:extLst>
              <a:ext uri="{FF2B5EF4-FFF2-40B4-BE49-F238E27FC236}">
                <a16:creationId xmlns:a16="http://schemas.microsoft.com/office/drawing/2014/main" id="{65226A55-4107-54C8-75B1-8FEF54492C15}"/>
              </a:ext>
            </a:extLst>
          </p:cNvPr>
          <p:cNvSpPr/>
          <p:nvPr/>
        </p:nvSpPr>
        <p:spPr>
          <a:xfrm>
            <a:off x="7302139" y="82600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9" name="Oval 18">
            <a:extLst>
              <a:ext uri="{FF2B5EF4-FFF2-40B4-BE49-F238E27FC236}">
                <a16:creationId xmlns:a16="http://schemas.microsoft.com/office/drawing/2014/main" id="{FCB28B22-FAD5-298F-C9F6-D4B21166880F}"/>
              </a:ext>
            </a:extLst>
          </p:cNvPr>
          <p:cNvSpPr/>
          <p:nvPr/>
        </p:nvSpPr>
        <p:spPr>
          <a:xfrm>
            <a:off x="7454539" y="84124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6F02D9C3-E50B-FD03-9665-F0C939FF3F57}"/>
              </a:ext>
            </a:extLst>
          </p:cNvPr>
          <p:cNvSpPr/>
          <p:nvPr/>
        </p:nvSpPr>
        <p:spPr>
          <a:xfrm>
            <a:off x="7606939" y="85648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1" name="Oval 20">
            <a:extLst>
              <a:ext uri="{FF2B5EF4-FFF2-40B4-BE49-F238E27FC236}">
                <a16:creationId xmlns:a16="http://schemas.microsoft.com/office/drawing/2014/main" id="{D5F70B92-AE32-BE64-6631-107F5E0FF52E}"/>
              </a:ext>
            </a:extLst>
          </p:cNvPr>
          <p:cNvSpPr/>
          <p:nvPr/>
        </p:nvSpPr>
        <p:spPr>
          <a:xfrm>
            <a:off x="10876876" y="8337372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2" name="Oval 21">
            <a:extLst>
              <a:ext uri="{FF2B5EF4-FFF2-40B4-BE49-F238E27FC236}">
                <a16:creationId xmlns:a16="http://schemas.microsoft.com/office/drawing/2014/main" id="{C076AC69-7739-AC20-1ED3-E618CC5E98A0}"/>
              </a:ext>
            </a:extLst>
          </p:cNvPr>
          <p:cNvSpPr/>
          <p:nvPr/>
        </p:nvSpPr>
        <p:spPr>
          <a:xfrm>
            <a:off x="7357535" y="8408385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5" name="Section Zoom 24">
                <a:extLst>
                  <a:ext uri="{FF2B5EF4-FFF2-40B4-BE49-F238E27FC236}">
                    <a16:creationId xmlns:a16="http://schemas.microsoft.com/office/drawing/2014/main" id="{F8EB67E3-33EA-A0CA-77AC-82D16F1106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5519240"/>
                  </p:ext>
                </p:extLst>
              </p:nvPr>
            </p:nvGraphicFramePr>
            <p:xfrm>
              <a:off x="2641062" y="7739960"/>
              <a:ext cx="1578682" cy="888009"/>
            </p:xfrm>
            <a:graphic>
              <a:graphicData uri="http://schemas.microsoft.com/office/powerpoint/2016/sectionzoom">
                <psez:sectionZm>
                  <psez:sectionZmObj sectionId="{6434D3CD-26C9-4A40-A2B2-BEEE7611A473}">
                    <psez:zmPr id="{FC83A242-8E2A-461D-9B95-06475E8FD2CA}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8682" cy="8880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5" name="Section Zoom 24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F8EB67E3-33EA-A0CA-77AC-82D16F1106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41062" y="7739960"/>
                <a:ext cx="1578682" cy="88800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7" name="Section Zoom 26">
                <a:extLst>
                  <a:ext uri="{FF2B5EF4-FFF2-40B4-BE49-F238E27FC236}">
                    <a16:creationId xmlns:a16="http://schemas.microsoft.com/office/drawing/2014/main" id="{91D5B35B-43E9-FE00-6F18-FD6C209368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5344362"/>
                  </p:ext>
                </p:extLst>
              </p:nvPr>
            </p:nvGraphicFramePr>
            <p:xfrm>
              <a:off x="3209507" y="9065637"/>
              <a:ext cx="1414193" cy="795483"/>
            </p:xfrm>
            <a:graphic>
              <a:graphicData uri="http://schemas.microsoft.com/office/powerpoint/2016/sectionzoom">
                <psez:sectionZm>
                  <psez:sectionZmObj sectionId="{35473400-EDD0-4F83-8FC0-F5FF9592B73B}">
                    <psez:zmPr id="{A546F3FC-10D2-447A-9D57-F5FDF666ADF7}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14193" cy="79548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7" name="Section Zoom 26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91D5B35B-43E9-FE00-6F18-FD6C209368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09507" y="9065637"/>
                <a:ext cx="1414193" cy="79548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9" name="Section Zoom 28">
                <a:extLst>
                  <a:ext uri="{FF2B5EF4-FFF2-40B4-BE49-F238E27FC236}">
                    <a16:creationId xmlns:a16="http://schemas.microsoft.com/office/drawing/2014/main" id="{8B31A453-6F40-84D5-4180-7D918E70D3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3306326"/>
                  </p:ext>
                </p:extLst>
              </p:nvPr>
            </p:nvGraphicFramePr>
            <p:xfrm>
              <a:off x="4736838" y="8350854"/>
              <a:ext cx="1532427" cy="861990"/>
            </p:xfrm>
            <a:graphic>
              <a:graphicData uri="http://schemas.microsoft.com/office/powerpoint/2016/sectionzoom">
                <psez:sectionZm>
                  <psez:sectionZmObj sectionId="{90647C96-4489-457D-9C6E-9FE587A117F3}">
                    <psez:zmPr id="{54374DFC-8645-4804-9B35-B69BF9B8D672}" transitionDur="1000">
                      <p166:blipFill xmlns:p166="http://schemas.microsoft.com/office/powerpoint/2016/6/main">
                        <a:blip r:embed="rId2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32427" cy="8619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9" name="Section Zoom 28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8B31A453-6F40-84D5-4180-7D918E70D3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736838" y="8350854"/>
                <a:ext cx="1532427" cy="8619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1" name="Section Zoom 30">
                <a:extLst>
                  <a:ext uri="{FF2B5EF4-FFF2-40B4-BE49-F238E27FC236}">
                    <a16:creationId xmlns:a16="http://schemas.microsoft.com/office/drawing/2014/main" id="{73992043-42D3-3BA8-BF41-7C9ADB4FEC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9516945"/>
                  </p:ext>
                </p:extLst>
              </p:nvPr>
            </p:nvGraphicFramePr>
            <p:xfrm>
              <a:off x="4395469" y="8351423"/>
              <a:ext cx="1700532" cy="956549"/>
            </p:xfrm>
            <a:graphic>
              <a:graphicData uri="http://schemas.microsoft.com/office/powerpoint/2016/sectionzoom">
                <psez:sectionZm>
                  <psez:sectionZmObj sectionId="{349C0AD4-3EBB-4478-B7D1-F364A930E769}">
                    <psez:zmPr id="{A96054E7-3B89-44F9-8E76-122022F76AFE}" transitionDur="100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00532" cy="95654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1" name="Section Zoom 30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73992043-42D3-3BA8-BF41-7C9ADB4FEC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95469" y="8351423"/>
                <a:ext cx="1700532" cy="95654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3" name="Section Zoom 32">
                <a:extLst>
                  <a:ext uri="{FF2B5EF4-FFF2-40B4-BE49-F238E27FC236}">
                    <a16:creationId xmlns:a16="http://schemas.microsoft.com/office/drawing/2014/main" id="{DEF24F97-ACDD-608E-002E-AAA49D4975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4184760"/>
                  </p:ext>
                </p:extLst>
              </p:nvPr>
            </p:nvGraphicFramePr>
            <p:xfrm>
              <a:off x="4547869" y="8503823"/>
              <a:ext cx="1700532" cy="956549"/>
            </p:xfrm>
            <a:graphic>
              <a:graphicData uri="http://schemas.microsoft.com/office/powerpoint/2016/sectionzoom">
                <psez:sectionZm>
                  <psez:sectionZmObj sectionId="{686F4A1E-1922-4710-8F95-ADE244BE0E72}">
                    <psez:zmPr id="{3B9950E6-CA27-4CC1-A678-4B6EE2DF58E0}" transitionDur="1000">
                      <p166:blipFill xmlns:p166="http://schemas.microsoft.com/office/powerpoint/2016/6/main">
                        <a:blip r:embed="rId3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00532" cy="95654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3" name="Section Zoom 32">
                <a:hlinkClick r:id="rId33" action="ppaction://hlinksldjump"/>
                <a:extLst>
                  <a:ext uri="{FF2B5EF4-FFF2-40B4-BE49-F238E27FC236}">
                    <a16:creationId xmlns:a16="http://schemas.microsoft.com/office/drawing/2014/main" id="{DEF24F97-ACDD-608E-002E-AAA49D4975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47869" y="8503823"/>
                <a:ext cx="1700532" cy="95654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7BCFA8E-5193-DD83-644A-EF67778662B1}"/>
              </a:ext>
            </a:extLst>
          </p:cNvPr>
          <p:cNvSpPr txBox="1"/>
          <p:nvPr/>
        </p:nvSpPr>
        <p:spPr>
          <a:xfrm>
            <a:off x="1454870" y="380037"/>
            <a:ext cx="908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Table Of Contents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377428"/>
      </p:ext>
    </p:extLst>
  </p:cSld>
  <p:clrMapOvr>
    <a:masterClrMapping/>
  </p:clrMapOvr>
  <p:transition spd="slow" advClick="0" advTm="10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C1DA5D-C6CB-C825-695D-DBF698EF52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2" b="-145"/>
          <a:stretch/>
        </p:blipFill>
        <p:spPr>
          <a:xfrm>
            <a:off x="-16934" y="0"/>
            <a:ext cx="12225867" cy="72474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6B5ACB-9894-9745-F162-7C6BA5102DA6}"/>
              </a:ext>
            </a:extLst>
          </p:cNvPr>
          <p:cNvSpPr/>
          <p:nvPr/>
        </p:nvSpPr>
        <p:spPr>
          <a:xfrm>
            <a:off x="-16934" y="0"/>
            <a:ext cx="12225867" cy="7247466"/>
          </a:xfrm>
          <a:prstGeom prst="rect">
            <a:avLst/>
          </a:prstGeom>
          <a:solidFill>
            <a:schemeClr val="tx1">
              <a:lumMod val="95000"/>
              <a:lumOff val="5000"/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1C83889B-747C-4E15-023F-5B9EF0A34FB8}"/>
              </a:ext>
            </a:extLst>
          </p:cNvPr>
          <p:cNvSpPr/>
          <p:nvPr/>
        </p:nvSpPr>
        <p:spPr>
          <a:xfrm>
            <a:off x="-2171943" y="2003860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27579A11-1F2B-9673-84C6-8B1EF59B851F}"/>
              </a:ext>
            </a:extLst>
          </p:cNvPr>
          <p:cNvSpPr/>
          <p:nvPr/>
        </p:nvSpPr>
        <p:spPr>
          <a:xfrm>
            <a:off x="-227943" y="810763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1" name="Oval 10">
            <a:extLst>
              <a:ext uri="{FF2B5EF4-FFF2-40B4-BE49-F238E27FC236}">
                <a16:creationId xmlns:a16="http://schemas.microsoft.com/office/drawing/2014/main" id="{C70C3B33-0A62-8C7E-6018-2C676ECEA226}"/>
              </a:ext>
            </a:extLst>
          </p:cNvPr>
          <p:cNvSpPr/>
          <p:nvPr/>
        </p:nvSpPr>
        <p:spPr>
          <a:xfrm>
            <a:off x="12805911" y="1483999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A04B01AE-C751-9ECE-5BD5-7FB3B21A9FF1}"/>
              </a:ext>
            </a:extLst>
          </p:cNvPr>
          <p:cNvSpPr/>
          <p:nvPr/>
        </p:nvSpPr>
        <p:spPr>
          <a:xfrm>
            <a:off x="15346889" y="131823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75C84A2D-AB79-ACF4-AD15-D3BD0F824FF5}"/>
              </a:ext>
            </a:extLst>
          </p:cNvPr>
          <p:cNvSpPr/>
          <p:nvPr/>
        </p:nvSpPr>
        <p:spPr>
          <a:xfrm>
            <a:off x="14374889" y="3746625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A7BEB707-BBB5-59DF-2268-66EE021DF099}"/>
              </a:ext>
            </a:extLst>
          </p:cNvPr>
          <p:cNvSpPr/>
          <p:nvPr/>
        </p:nvSpPr>
        <p:spPr>
          <a:xfrm>
            <a:off x="13615930" y="5886000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26328FA7-7822-67CE-F379-7D7A2510EE47}"/>
              </a:ext>
            </a:extLst>
          </p:cNvPr>
          <p:cNvSpPr/>
          <p:nvPr/>
        </p:nvSpPr>
        <p:spPr>
          <a:xfrm>
            <a:off x="9855739" y="7527398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8" name="Oval 17">
            <a:extLst>
              <a:ext uri="{FF2B5EF4-FFF2-40B4-BE49-F238E27FC236}">
                <a16:creationId xmlns:a16="http://schemas.microsoft.com/office/drawing/2014/main" id="{27CB3684-3243-D01F-3C19-160B668C4B99}"/>
              </a:ext>
            </a:extLst>
          </p:cNvPr>
          <p:cNvSpPr/>
          <p:nvPr/>
        </p:nvSpPr>
        <p:spPr>
          <a:xfrm>
            <a:off x="2478978" y="7944655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3" name="Oval 22">
            <a:extLst>
              <a:ext uri="{FF2B5EF4-FFF2-40B4-BE49-F238E27FC236}">
                <a16:creationId xmlns:a16="http://schemas.microsoft.com/office/drawing/2014/main" id="{4DD9016F-343A-7F69-0FF4-590EB574A631}"/>
              </a:ext>
            </a:extLst>
          </p:cNvPr>
          <p:cNvSpPr/>
          <p:nvPr/>
        </p:nvSpPr>
        <p:spPr>
          <a:xfrm>
            <a:off x="-2082010" y="5186967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7" name="Section Zoom 36"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9395495"/>
                  </p:ext>
                </p:extLst>
              </p:nvPr>
            </p:nvGraphicFramePr>
            <p:xfrm>
              <a:off x="13016920" y="2070983"/>
              <a:ext cx="1521982" cy="856115"/>
            </p:xfrm>
            <a:graphic>
              <a:graphicData uri="http://schemas.microsoft.com/office/powerpoint/2016/sectionzoom">
                <psez:sectionZm>
                  <psez:sectionZmObj sectionId="{3A7DB584-349D-40F8-B3D6-ABE691627A4A}">
                    <psez:zmPr id="{D3746402-9128-4C87-B717-4F742D57CC77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1982" cy="85611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7" name="Section Zoom 3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0BF8FB21-1C20-84AA-A206-D063E37614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16920" y="2070983"/>
                <a:ext cx="1521982" cy="856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9" name="Section Zoom 38"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0474676"/>
                  </p:ext>
                </p:extLst>
              </p:nvPr>
            </p:nvGraphicFramePr>
            <p:xfrm>
              <a:off x="2862625" y="8585706"/>
              <a:ext cx="1176705" cy="661897"/>
            </p:xfrm>
            <a:graphic>
              <a:graphicData uri="http://schemas.microsoft.com/office/powerpoint/2016/sectionzoom">
                <psez:sectionZm>
                  <psez:sectionZmObj sectionId="{3B4C2B88-748A-4CF8-A49D-122A5A5A76E9}">
                    <psez:zmPr id="{2067C166-7AF6-4040-8724-A427887C9B89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76705" cy="661897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9" name="Section Zoom 3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BAEF1D-90FE-9B9F-90E8-3555A619FF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2625" y="8585706"/>
                <a:ext cx="1176705" cy="661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1" name="Section Zoom 40"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9527212"/>
                  </p:ext>
                </p:extLst>
              </p:nvPr>
            </p:nvGraphicFramePr>
            <p:xfrm>
              <a:off x="10157932" y="8282748"/>
              <a:ext cx="1339614" cy="753533"/>
            </p:xfrm>
            <a:graphic>
              <a:graphicData uri="http://schemas.microsoft.com/office/powerpoint/2016/sectionzoom">
                <psez:sectionZm>
                  <psez:sectionZmObj sectionId="{AA4AED47-1F60-48A1-B681-4946D767582D}">
                    <psez:zmPr id="{70AF7DA1-C0ED-43D9-8506-A16084BB9DD2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39614" cy="7535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1" name="Section Zoom 4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1F286A7-77C2-AEA8-16B3-632266087B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57932" y="8282748"/>
                <a:ext cx="1339614" cy="753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3" name="Section Zoom 42"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93593"/>
                  </p:ext>
                </p:extLst>
              </p:nvPr>
            </p:nvGraphicFramePr>
            <p:xfrm>
              <a:off x="13858082" y="6619734"/>
              <a:ext cx="1459696" cy="821079"/>
            </p:xfrm>
            <a:graphic>
              <a:graphicData uri="http://schemas.microsoft.com/office/powerpoint/2016/sectionzoom">
                <psez:sectionZm>
                  <psez:sectionZmObj sectionId="{EF8171A5-E57E-45CA-B2C9-51F5704BF27E}">
                    <psez:zmPr id="{E70005E7-5B74-4B85-9FAB-16A7D3973DC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59696" cy="82107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3" name="Section Zoom 4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15A5DBF4-A4D5-7206-BEAB-BF760E90BF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858082" y="6619734"/>
                <a:ext cx="1459696" cy="821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5" name="Section Zoom 44"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3951080"/>
                  </p:ext>
                </p:extLst>
              </p:nvPr>
            </p:nvGraphicFramePr>
            <p:xfrm>
              <a:off x="-68684" y="8646016"/>
              <a:ext cx="1593341" cy="896255"/>
            </p:xfrm>
            <a:graphic>
              <a:graphicData uri="http://schemas.microsoft.com/office/powerpoint/2016/sectionzoom">
                <psez:sectionZm>
                  <psez:sectionZmObj sectionId="{D9407E0D-7946-4865-929F-C56D169E733A}">
                    <psez:zmPr id="{6A144CC6-68BC-4E6C-9796-D01DA42576D3}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93341" cy="896255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5" name="Section Zoom 4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2DC114A5-75EC-E545-7AB6-1C419DA656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68684" y="8646016"/>
                <a:ext cx="1593341" cy="896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7" name="Section Zoom 46"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1467545"/>
                  </p:ext>
                </p:extLst>
              </p:nvPr>
            </p:nvGraphicFramePr>
            <p:xfrm>
              <a:off x="-1971378" y="5720554"/>
              <a:ext cx="1639784" cy="922378"/>
            </p:xfrm>
            <a:graphic>
              <a:graphicData uri="http://schemas.microsoft.com/office/powerpoint/2016/sectionzoom">
                <psez:sectionZm>
                  <psez:sectionZmObj sectionId="{7EDDF376-B45F-4B98-9CA0-7D667B731A54}">
                    <psez:zmPr id="{FC0A3391-79C6-415C-8CA3-1208F438C760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9784" cy="92237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7" name="Section Zoom 4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7A502A60-F559-F8F2-54B4-A3FCCA1A05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971378" y="5720554"/>
                <a:ext cx="1639784" cy="922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49" name="Section Zoom 48"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8217163"/>
                  </p:ext>
                </p:extLst>
              </p:nvPr>
            </p:nvGraphicFramePr>
            <p:xfrm>
              <a:off x="15513526" y="1871791"/>
              <a:ext cx="1610725" cy="906033"/>
            </p:xfrm>
            <a:graphic>
              <a:graphicData uri="http://schemas.microsoft.com/office/powerpoint/2016/sectionzoom">
                <psez:sectionZm>
                  <psez:sectionZmObj sectionId="{550CC91B-F0BD-4A7C-B4CC-9610F92AEA5C}">
                    <psez:zmPr id="{DDDEE8F2-E9D3-4181-9611-1F6D081A6182}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0725" cy="90603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49" name="Section Zoom 48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E889B091-D89F-D18B-D58F-C7948AE78ED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513526" y="1871791"/>
                <a:ext cx="1610725" cy="906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1" name="Section Zoom 50"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411272"/>
                  </p:ext>
                </p:extLst>
              </p:nvPr>
            </p:nvGraphicFramePr>
            <p:xfrm>
              <a:off x="-2016682" y="2506786"/>
              <a:ext cx="1637712" cy="921213"/>
            </p:xfrm>
            <a:graphic>
              <a:graphicData uri="http://schemas.microsoft.com/office/powerpoint/2016/sectionzoom">
                <psez:sectionZm>
                  <psez:sectionZmObj sectionId="{FCA42783-3F8F-4CD5-A090-DCBD6A8DEB9B}">
                    <psez:zmPr id="{3B890E18-5575-4148-8359-0CB0505BA429}" transitionDur="1000" showBg="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7712" cy="92121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1" name="Section Zoom 5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15A7F9AB-4AB0-7BFB-CC0B-CB0C1C0FB8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682" y="2506786"/>
                <a:ext cx="1637712" cy="921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3" name="Section Zoom 52"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4134871"/>
                  </p:ext>
                </p:extLst>
              </p:nvPr>
            </p:nvGraphicFramePr>
            <p:xfrm>
              <a:off x="14587930" y="4331724"/>
              <a:ext cx="1524000" cy="857250"/>
            </p:xfrm>
            <a:graphic>
              <a:graphicData uri="http://schemas.microsoft.com/office/powerpoint/2016/sectionzoom">
                <psez:sectionZm>
                  <psez:sectionZmObj sectionId="{77515974-D18D-4548-B85A-19FF6C4C1E20}">
                    <psez:zmPr id="{97DC5D3B-FA49-4C26-A6F3-4BA1E142CB50}" transitionDur="1000" showBg="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24000" cy="85725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3" name="Section Zoom 52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E092408-5A6C-79BE-5F0C-0DB800228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587930" y="4331724"/>
                <a:ext cx="1524000" cy="85725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2" name="Oval 1">
            <a:extLst>
              <a:ext uri="{FF2B5EF4-FFF2-40B4-BE49-F238E27FC236}">
                <a16:creationId xmlns:a16="http://schemas.microsoft.com/office/drawing/2014/main" id="{AAC5D04F-F669-DABD-E154-F2F44AA65A57}"/>
              </a:ext>
            </a:extLst>
          </p:cNvPr>
          <p:cNvSpPr/>
          <p:nvPr/>
        </p:nvSpPr>
        <p:spPr>
          <a:xfrm>
            <a:off x="-2129369" y="1995392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6" name="Oval 15">
            <a:extLst>
              <a:ext uri="{FF2B5EF4-FFF2-40B4-BE49-F238E27FC236}">
                <a16:creationId xmlns:a16="http://schemas.microsoft.com/office/drawing/2014/main" id="{FBEE095F-82CB-F462-9825-AC80787F91BC}"/>
              </a:ext>
            </a:extLst>
          </p:cNvPr>
          <p:cNvSpPr/>
          <p:nvPr/>
        </p:nvSpPr>
        <p:spPr>
          <a:xfrm>
            <a:off x="1071241" y="335972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7" name="Oval 16">
            <a:extLst>
              <a:ext uri="{FF2B5EF4-FFF2-40B4-BE49-F238E27FC236}">
                <a16:creationId xmlns:a16="http://schemas.microsoft.com/office/drawing/2014/main" id="{1897FD47-F120-FE0D-B710-5C396B364452}"/>
              </a:ext>
            </a:extLst>
          </p:cNvPr>
          <p:cNvSpPr/>
          <p:nvPr/>
        </p:nvSpPr>
        <p:spPr>
          <a:xfrm>
            <a:off x="8858026" y="3435118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9" name="Oval 18">
            <a:extLst>
              <a:ext uri="{FF2B5EF4-FFF2-40B4-BE49-F238E27FC236}">
                <a16:creationId xmlns:a16="http://schemas.microsoft.com/office/drawing/2014/main" id="{9B7C1905-EAC5-CA2C-9A09-5E06ED5DE088}"/>
              </a:ext>
            </a:extLst>
          </p:cNvPr>
          <p:cNvSpPr/>
          <p:nvPr/>
        </p:nvSpPr>
        <p:spPr>
          <a:xfrm>
            <a:off x="6745591" y="4992712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2E961D2C-E861-A59E-EE2A-6BA3DC4CE081}"/>
              </a:ext>
            </a:extLst>
          </p:cNvPr>
          <p:cNvSpPr/>
          <p:nvPr/>
        </p:nvSpPr>
        <p:spPr>
          <a:xfrm>
            <a:off x="3067330" y="4914000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1" name="Oval 20">
            <a:extLst>
              <a:ext uri="{FF2B5EF4-FFF2-40B4-BE49-F238E27FC236}">
                <a16:creationId xmlns:a16="http://schemas.microsoft.com/office/drawing/2014/main" id="{78F80C45-F58D-014D-31DC-B662867A79CA}"/>
              </a:ext>
            </a:extLst>
          </p:cNvPr>
          <p:cNvSpPr/>
          <p:nvPr/>
        </p:nvSpPr>
        <p:spPr>
          <a:xfrm>
            <a:off x="6745591" y="1805824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22" name="Oval 21">
            <a:extLst>
              <a:ext uri="{FF2B5EF4-FFF2-40B4-BE49-F238E27FC236}">
                <a16:creationId xmlns:a16="http://schemas.microsoft.com/office/drawing/2014/main" id="{FE848661-E42F-6353-BBB0-ACA1AE4F8B38}"/>
              </a:ext>
            </a:extLst>
          </p:cNvPr>
          <p:cNvSpPr/>
          <p:nvPr/>
        </p:nvSpPr>
        <p:spPr>
          <a:xfrm>
            <a:off x="3226250" y="1876837"/>
            <a:ext cx="1944000" cy="1944000"/>
          </a:xfrm>
          <a:prstGeom prst="ellipse">
            <a:avLst/>
          </a:prstGeom>
          <a:ln w="9525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4" name="Section Zoom 23">
                <a:extLst>
                  <a:ext uri="{FF2B5EF4-FFF2-40B4-BE49-F238E27FC236}">
                    <a16:creationId xmlns:a16="http://schemas.microsoft.com/office/drawing/2014/main" id="{5E01A981-66A9-85C1-4A24-FFC9717F5B6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0026165"/>
                  </p:ext>
                </p:extLst>
              </p:nvPr>
            </p:nvGraphicFramePr>
            <p:xfrm>
              <a:off x="3408909" y="2362837"/>
              <a:ext cx="1578682" cy="888009"/>
            </p:xfrm>
            <a:graphic>
              <a:graphicData uri="http://schemas.microsoft.com/office/powerpoint/2016/sectionzoom">
                <psez:sectionZm>
                  <psez:sectionZmObj sectionId="{7098316D-82BA-4C33-8047-22336C5E683A}">
                    <psez:zmPr id="{2ED649D3-9841-44CE-B501-D4C16C1B0001}" transitionDur="1000" showBg="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8682" cy="88800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4" name="Section Zoom 23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5E01A981-66A9-85C1-4A24-FFC9717F5B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08909" y="2362837"/>
                <a:ext cx="1578682" cy="8880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258F7554-B242-2D79-B73E-17E958A39A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8345411"/>
                  </p:ext>
                </p:extLst>
              </p:nvPr>
            </p:nvGraphicFramePr>
            <p:xfrm>
              <a:off x="6928250" y="5555648"/>
              <a:ext cx="1578682" cy="888009"/>
            </p:xfrm>
            <a:graphic>
              <a:graphicData uri="http://schemas.microsoft.com/office/powerpoint/2016/sectionzoom">
                <psez:sectionZm>
                  <psez:sectionZmObj sectionId="{6434D3CD-26C9-4A40-A2B2-BEEE7611A473}">
                    <psez:zmPr id="{FC83A242-8E2A-461D-9B95-06475E8FD2CA}" transitionDur="1000" showBg="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8682" cy="88800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6" name="Section Zoom 25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258F7554-B242-2D79-B73E-17E958A39A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28250" y="5555648"/>
                <a:ext cx="1578682" cy="8880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FA460B58-7846-E0B4-F9E2-3DF67B2567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7488256"/>
                  </p:ext>
                </p:extLst>
              </p:nvPr>
            </p:nvGraphicFramePr>
            <p:xfrm>
              <a:off x="1336144" y="3964866"/>
              <a:ext cx="1414193" cy="795483"/>
            </p:xfrm>
            <a:graphic>
              <a:graphicData uri="http://schemas.microsoft.com/office/powerpoint/2016/sectionzoom">
                <psez:sectionZm>
                  <psez:sectionZmObj sectionId="{35473400-EDD0-4F83-8FC0-F5FF9592B73B}">
                    <psez:zmPr id="{A546F3FC-10D2-447A-9D57-F5FDF666ADF7}" transitionDur="1000" showBg="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14193" cy="795483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8" name="Section Zoom 27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FA460B58-7846-E0B4-F9E2-3DF67B2567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36144" y="3964866"/>
                <a:ext cx="1414193" cy="795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9" name="Section Zoom 28">
                <a:extLst>
                  <a:ext uri="{FF2B5EF4-FFF2-40B4-BE49-F238E27FC236}">
                    <a16:creationId xmlns:a16="http://schemas.microsoft.com/office/drawing/2014/main" id="{6C9C5C93-6D87-F68D-FFDB-4F054E4487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9923154"/>
                  </p:ext>
                </p:extLst>
              </p:nvPr>
            </p:nvGraphicFramePr>
            <p:xfrm>
              <a:off x="6974505" y="2348891"/>
              <a:ext cx="1532427" cy="861990"/>
            </p:xfrm>
            <a:graphic>
              <a:graphicData uri="http://schemas.microsoft.com/office/powerpoint/2016/sectionzoom">
                <psez:sectionZm>
                  <psez:sectionZmObj sectionId="{90647C96-4489-457D-9C6E-9FE587A117F3}">
                    <psez:zmPr id="{54374DFC-8645-4804-9B35-B69BF9B8D672}" transitionDur="1000" showBg="0">
                      <p166:blipFill xmlns:p166="http://schemas.microsoft.com/office/powerpoint/2016/6/main">
                        <a:blip r:embed="rId2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32427" cy="86199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9" name="Section Zoom 28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6C9C5C93-6D87-F68D-FFDB-4F054E4487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74505" y="2348891"/>
                <a:ext cx="1532427" cy="861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2" name="Section Zoom 31">
                <a:extLst>
                  <a:ext uri="{FF2B5EF4-FFF2-40B4-BE49-F238E27FC236}">
                    <a16:creationId xmlns:a16="http://schemas.microsoft.com/office/drawing/2014/main" id="{05F5913C-82F2-9A85-4ECD-7ACA11D5ED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9182310"/>
                  </p:ext>
                </p:extLst>
              </p:nvPr>
            </p:nvGraphicFramePr>
            <p:xfrm>
              <a:off x="3226249" y="5443602"/>
              <a:ext cx="1700532" cy="956549"/>
            </p:xfrm>
            <a:graphic>
              <a:graphicData uri="http://schemas.microsoft.com/office/powerpoint/2016/sectionzoom">
                <psez:sectionZm>
                  <psez:sectionZmObj sectionId="{349C0AD4-3EBB-4478-B7D1-F364A930E769}">
                    <psez:zmPr id="{A96054E7-3B89-44F9-8E76-122022F76AFE}" transitionDur="1000" showBg="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00532" cy="95654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2" name="Section Zoom 31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05F5913C-82F2-9A85-4ECD-7ACA11D5ED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26249" y="5443602"/>
                <a:ext cx="1700532" cy="956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3" name="Section Zoom 32">
                <a:extLst>
                  <a:ext uri="{FF2B5EF4-FFF2-40B4-BE49-F238E27FC236}">
                    <a16:creationId xmlns:a16="http://schemas.microsoft.com/office/drawing/2014/main" id="{C8CBCC90-D994-AA48-F614-C06D422617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44675"/>
                  </p:ext>
                </p:extLst>
              </p:nvPr>
            </p:nvGraphicFramePr>
            <p:xfrm>
              <a:off x="8954682" y="3947860"/>
              <a:ext cx="1700532" cy="956549"/>
            </p:xfrm>
            <a:graphic>
              <a:graphicData uri="http://schemas.microsoft.com/office/powerpoint/2016/sectionzoom">
                <psez:sectionZm>
                  <psez:sectionZmObj sectionId="{686F4A1E-1922-4710-8F95-ADE244BE0E72}">
                    <psez:zmPr id="{3B9950E6-CA27-4CC1-A678-4B6EE2DF58E0}" transitionDur="1000" showBg="0">
                      <p166:blipFill xmlns:p166="http://schemas.microsoft.com/office/powerpoint/2016/6/main">
                        <a:blip r:embed="rId3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00532" cy="95654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3" name="Section Zoom 32">
                <a:hlinkClick r:id="rId33" action="ppaction://hlinksldjump"/>
                <a:extLst>
                  <a:ext uri="{FF2B5EF4-FFF2-40B4-BE49-F238E27FC236}">
                    <a16:creationId xmlns:a16="http://schemas.microsoft.com/office/drawing/2014/main" id="{C8CBCC90-D994-AA48-F614-C06D422617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954682" y="3947860"/>
                <a:ext cx="1700532" cy="956549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8FBFEC0-0220-FC18-98A5-3492165A3A80}"/>
              </a:ext>
            </a:extLst>
          </p:cNvPr>
          <p:cNvSpPr txBox="1"/>
          <p:nvPr/>
        </p:nvSpPr>
        <p:spPr>
          <a:xfrm>
            <a:off x="1454870" y="380037"/>
            <a:ext cx="908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Table Of Contents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92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Diagram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ER</a:t>
            </a:r>
            <a:endParaRPr lang="en-IN" sz="166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E7974A-0684-3068-EFFC-A3A04B8F38C4}"/>
              </a:ext>
            </a:extLst>
          </p:cNvPr>
          <p:cNvSpPr/>
          <p:nvPr/>
        </p:nvSpPr>
        <p:spPr>
          <a:xfrm>
            <a:off x="530810" y="7315732"/>
            <a:ext cx="11506200" cy="53467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91D9C9-B0C1-D287-0C14-415D41C32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60" y="7595706"/>
            <a:ext cx="11112500" cy="492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09817"/>
      </p:ext>
    </p:extLst>
  </p:cSld>
  <p:clrMapOvr>
    <a:masterClrMapping/>
  </p:clrMapOvr>
  <p:transition advClick="0" advTm="10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7614D67-9E82-9B6A-B6DA-3C391732A77A}"/>
              </a:ext>
            </a:extLst>
          </p:cNvPr>
          <p:cNvSpPr txBox="1"/>
          <p:nvPr/>
        </p:nvSpPr>
        <p:spPr>
          <a:xfrm>
            <a:off x="864901" y="266124"/>
            <a:ext cx="1717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Diagram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9C2FF-073F-E914-98B4-9AEB3AE03B8D}"/>
              </a:ext>
            </a:extLst>
          </p:cNvPr>
          <p:cNvSpPr txBox="1"/>
          <p:nvPr/>
        </p:nvSpPr>
        <p:spPr>
          <a:xfrm>
            <a:off x="-172745" y="266125"/>
            <a:ext cx="1717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ER</a:t>
            </a:r>
            <a:endParaRPr lang="en-IN" sz="32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297246-E602-B467-C0FE-20F82781A2A0}"/>
              </a:ext>
            </a:extLst>
          </p:cNvPr>
          <p:cNvGrpSpPr/>
          <p:nvPr/>
        </p:nvGrpSpPr>
        <p:grpSpPr>
          <a:xfrm>
            <a:off x="317500" y="1155700"/>
            <a:ext cx="11506200" cy="5346700"/>
            <a:chOff x="317500" y="1155700"/>
            <a:chExt cx="11506200" cy="53467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DEB4AF8-8998-BB53-9324-5AC2392AA246}"/>
                </a:ext>
              </a:extLst>
            </p:cNvPr>
            <p:cNvSpPr/>
            <p:nvPr/>
          </p:nvSpPr>
          <p:spPr>
            <a:xfrm>
              <a:off x="317500" y="1155700"/>
              <a:ext cx="11506200" cy="5346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F38FB2-361D-0F15-1A23-B1DDCB237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50" y="1435674"/>
              <a:ext cx="11112500" cy="49203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7219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704856" y="349881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Design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530810" y="912901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UI</a:t>
            </a:r>
            <a:endParaRPr lang="en-IN" sz="16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A43EA02E-FC4C-D0F3-8610-FA39101BE2A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3755677"/>
                  </p:ext>
                </p:extLst>
              </p:nvPr>
            </p:nvGraphicFramePr>
            <p:xfrm>
              <a:off x="4759844" y="9197459"/>
              <a:ext cx="3048000" cy="1714500"/>
            </p:xfrm>
            <a:graphic>
              <a:graphicData uri="http://schemas.microsoft.com/office/powerpoint/2016/slidezoom">
                <pslz:sldZm>
                  <pslz:sldZmObj sldId="310" cId="3343936123">
                    <pslz:zmPr id="{831F134E-422A-4945-BEA5-73E5D729863A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43EA02E-FC4C-D0F3-8610-FA39101BE2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59844" y="9197459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FAE9859F-F93A-4D8F-9035-CFB263ED7E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791879"/>
                  </p:ext>
                </p:extLst>
              </p:nvPr>
            </p:nvGraphicFramePr>
            <p:xfrm>
              <a:off x="8539718" y="7213158"/>
              <a:ext cx="3048000" cy="1714500"/>
            </p:xfrm>
            <a:graphic>
              <a:graphicData uri="http://schemas.microsoft.com/office/powerpoint/2016/slidezoom">
                <pslz:sldZm>
                  <pslz:sldZmObj sldId="314" cId="2182033678">
                    <pslz:zmPr id="{49DBC4DF-EAE3-4B13-B325-BFDA27DCD7F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FAE9859F-F93A-4D8F-9035-CFB263ED7E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39718" y="7213158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57297C5-2E58-F082-90B0-DD560A4E20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9917678"/>
                  </p:ext>
                </p:extLst>
              </p:nvPr>
            </p:nvGraphicFramePr>
            <p:xfrm>
              <a:off x="872650" y="11041443"/>
              <a:ext cx="3048000" cy="1714500"/>
            </p:xfrm>
            <a:graphic>
              <a:graphicData uri="http://schemas.microsoft.com/office/powerpoint/2016/slidezoom">
                <pslz:sldZm>
                  <pslz:sldZmObj sldId="315" cId="3828077604">
                    <pslz:zmPr id="{FF681B3C-C7B4-46A5-B699-D86E7852C767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57297C5-2E58-F082-90B0-DD560A4E20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2650" y="1104144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9840AD5-58F9-8A32-6B8B-BCC97086901D}"/>
              </a:ext>
            </a:extLst>
          </p:cNvPr>
          <p:cNvSpPr txBox="1"/>
          <p:nvPr/>
        </p:nvSpPr>
        <p:spPr>
          <a:xfrm>
            <a:off x="166579" y="7276928"/>
            <a:ext cx="62306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The system UI is designed to be simple, clean, and user-friendly.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It provides an intuitive layout for easy navigation.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The interface is role-based, providing different views for Admin, Doctor, Staff, 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 Patient.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C80A9-F321-14AC-0332-E9641252D026}"/>
              </a:ext>
            </a:extLst>
          </p:cNvPr>
          <p:cNvSpPr txBox="1"/>
          <p:nvPr/>
        </p:nvSpPr>
        <p:spPr>
          <a:xfrm>
            <a:off x="8279218" y="10242847"/>
            <a:ext cx="39127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Key Screens: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Login Page for secure access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Dashboard for system overview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Appointment Management for booking and tracking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4064793"/>
      </p:ext>
    </p:extLst>
  </p:cSld>
  <p:clrMapOvr>
    <a:masterClrMapping/>
  </p:clrMapOvr>
  <p:transition advClick="0" advTm="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6C6A6783-F00D-EA11-1B9C-5868A77503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0893265"/>
                  </p:ext>
                </p:extLst>
              </p:nvPr>
            </p:nvGraphicFramePr>
            <p:xfrm>
              <a:off x="4678326" y="3041207"/>
              <a:ext cx="3048000" cy="1714500"/>
            </p:xfrm>
            <a:graphic>
              <a:graphicData uri="http://schemas.microsoft.com/office/powerpoint/2016/slidezoom">
                <pslz:sldZm>
                  <pslz:sldZmObj sldId="310" cId="3343936123">
                    <pslz:zmPr id="{831F134E-422A-4945-BEA5-73E5D729863A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7" name="Slide Zoom 1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C6A6783-F00D-EA11-1B9C-5868A7750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78326" y="3041207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055265C-4437-BCDD-601B-469A54A16CF0}"/>
              </a:ext>
            </a:extLst>
          </p:cNvPr>
          <p:cNvSpPr txBox="1"/>
          <p:nvPr/>
        </p:nvSpPr>
        <p:spPr>
          <a:xfrm>
            <a:off x="791132" y="250493"/>
            <a:ext cx="1442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Design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892749-6F64-88CB-89F4-B97450B9E6E5}"/>
              </a:ext>
            </a:extLst>
          </p:cNvPr>
          <p:cNvSpPr txBox="1"/>
          <p:nvPr/>
        </p:nvSpPr>
        <p:spPr>
          <a:xfrm>
            <a:off x="-31500" y="258309"/>
            <a:ext cx="1442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UI</a:t>
            </a:r>
            <a:endParaRPr lang="en-IN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A9999567-C095-D8C1-3710-A18BC455EB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9269681"/>
                  </p:ext>
                </p:extLst>
              </p:nvPr>
            </p:nvGraphicFramePr>
            <p:xfrm>
              <a:off x="8458200" y="1056906"/>
              <a:ext cx="3048000" cy="1714500"/>
            </p:xfrm>
            <a:graphic>
              <a:graphicData uri="http://schemas.microsoft.com/office/powerpoint/2016/slidezoom">
                <pslz:sldZm>
                  <pslz:sldZmObj sldId="314" cId="2182033678">
                    <pslz:zmPr id="{49DBC4DF-EAE3-4B13-B325-BFDA27DCD7F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Slide Zoom 20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A9999567-C095-D8C1-3710-A18BC455EB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8200" y="105690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3" name="Slide Zoom 22">
                <a:extLst>
                  <a:ext uri="{FF2B5EF4-FFF2-40B4-BE49-F238E27FC236}">
                    <a16:creationId xmlns:a16="http://schemas.microsoft.com/office/drawing/2014/main" id="{544AF5EC-68F6-019C-FFC1-4AD87B2E43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3766803"/>
                  </p:ext>
                </p:extLst>
              </p:nvPr>
            </p:nvGraphicFramePr>
            <p:xfrm>
              <a:off x="791132" y="4885191"/>
              <a:ext cx="3048000" cy="1714500"/>
            </p:xfrm>
            <a:graphic>
              <a:graphicData uri="http://schemas.microsoft.com/office/powerpoint/2016/slidezoom">
                <pslz:sldZm>
                  <pslz:sldZmObj sldId="315" cId="3828077604">
                    <pslz:zmPr id="{FF681B3C-C7B4-46A5-B699-D86E7852C767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3" name="Slide Zoom 2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544AF5EC-68F6-019C-FFC1-4AD87B2E43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132" y="488519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2761F92-D128-F71E-8002-335C0A624B0D}"/>
              </a:ext>
            </a:extLst>
          </p:cNvPr>
          <p:cNvSpPr txBox="1"/>
          <p:nvPr/>
        </p:nvSpPr>
        <p:spPr>
          <a:xfrm>
            <a:off x="85061" y="1120676"/>
            <a:ext cx="62306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The system UI is designed to be simple, clean, and user-friendly.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It provides an intuitive layout for easy navigation.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• The interface is role-based, providing different views for Admin, Doctor, Staff, 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 Patient.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258802-C81B-B70D-90B2-5795897775F8}"/>
              </a:ext>
            </a:extLst>
          </p:cNvPr>
          <p:cNvSpPr txBox="1"/>
          <p:nvPr/>
        </p:nvSpPr>
        <p:spPr>
          <a:xfrm>
            <a:off x="8197700" y="4086595"/>
            <a:ext cx="39127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Key Screens: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Login Page for secure access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Dashboard for system overview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- Appointment Management for booking and tracking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0947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98B8FC-A144-1C8E-DE7E-7CC4606E53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5"/>
          <a:stretch/>
        </p:blipFill>
        <p:spPr>
          <a:xfrm>
            <a:off x="752825" y="97974"/>
            <a:ext cx="10686350" cy="5217372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9A5E8FA0-B2E5-67BA-7665-D94308B2D5A0}"/>
              </a:ext>
            </a:extLst>
          </p:cNvPr>
          <p:cNvSpPr/>
          <p:nvPr/>
        </p:nvSpPr>
        <p:spPr>
          <a:xfrm>
            <a:off x="194930" y="5069450"/>
            <a:ext cx="11802139" cy="169057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D0A605-C551-19CC-494E-720AA61D8734}"/>
              </a:ext>
            </a:extLst>
          </p:cNvPr>
          <p:cNvSpPr/>
          <p:nvPr/>
        </p:nvSpPr>
        <p:spPr>
          <a:xfrm>
            <a:off x="752825" y="5148658"/>
            <a:ext cx="4348717" cy="150982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Login / Register Page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FB807-8A63-2108-1D3B-238C7759AFBE}"/>
              </a:ext>
            </a:extLst>
          </p:cNvPr>
          <p:cNvSpPr txBox="1"/>
          <p:nvPr/>
        </p:nvSpPr>
        <p:spPr>
          <a:xfrm>
            <a:off x="5156791" y="5241851"/>
            <a:ext cx="660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Users including Patient , Doctors, Staff and Admin Can Login.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Only Patient can create new id by using Sign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Username and password are checked 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182033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0E6BC1-74C5-AC76-B1B3-40FAD4CB8F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15"/>
          <a:stretch/>
        </p:blipFill>
        <p:spPr>
          <a:xfrm>
            <a:off x="345380" y="97974"/>
            <a:ext cx="11501240" cy="5399060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9A5E8FA0-B2E5-67BA-7665-D94308B2D5A0}"/>
              </a:ext>
            </a:extLst>
          </p:cNvPr>
          <p:cNvSpPr/>
          <p:nvPr/>
        </p:nvSpPr>
        <p:spPr>
          <a:xfrm>
            <a:off x="194930" y="5069450"/>
            <a:ext cx="11802139" cy="169057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D0A605-C551-19CC-494E-720AA61D8734}"/>
              </a:ext>
            </a:extLst>
          </p:cNvPr>
          <p:cNvSpPr/>
          <p:nvPr/>
        </p:nvSpPr>
        <p:spPr>
          <a:xfrm>
            <a:off x="808074" y="5148658"/>
            <a:ext cx="4348717" cy="150982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DOCTOR’s Profile Dashboard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FB807-8A63-2108-1D3B-238C7759AFBE}"/>
              </a:ext>
            </a:extLst>
          </p:cNvPr>
          <p:cNvSpPr txBox="1"/>
          <p:nvPr/>
        </p:nvSpPr>
        <p:spPr>
          <a:xfrm>
            <a:off x="5156791" y="5241851"/>
            <a:ext cx="660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Includes Doctor details updation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Checking Medical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Viewing Pending Salary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Overall Attendance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936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48BC84-3378-03B9-A1CC-20DAAC6DD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41" y="1"/>
            <a:ext cx="10804515" cy="5316278"/>
          </a:xfrm>
          <a:prstGeom prst="rect">
            <a:avLst/>
          </a:prstGeom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9A5E8FA0-B2E5-67BA-7665-D94308B2D5A0}"/>
              </a:ext>
            </a:extLst>
          </p:cNvPr>
          <p:cNvSpPr/>
          <p:nvPr/>
        </p:nvSpPr>
        <p:spPr>
          <a:xfrm>
            <a:off x="194930" y="5069450"/>
            <a:ext cx="11802139" cy="169057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D0A605-C551-19CC-494E-720AA61D8734}"/>
              </a:ext>
            </a:extLst>
          </p:cNvPr>
          <p:cNvSpPr/>
          <p:nvPr/>
        </p:nvSpPr>
        <p:spPr>
          <a:xfrm>
            <a:off x="808074" y="5148658"/>
            <a:ext cx="4348717" cy="150982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Doctor’s Appointment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Dashboard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FB807-8A63-2108-1D3B-238C7759AFBE}"/>
              </a:ext>
            </a:extLst>
          </p:cNvPr>
          <p:cNvSpPr txBox="1"/>
          <p:nvPr/>
        </p:nvSpPr>
        <p:spPr>
          <a:xfrm>
            <a:off x="5156791" y="5241851"/>
            <a:ext cx="6609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Doctor receives appointment request from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Can accept or reject the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Open Record redirects to records page to enter patient details.</a:t>
            </a:r>
          </a:p>
          <a:p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077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629232" y="4494413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Features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450850" y="346954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5F45F-F533-BCEA-BF4A-32FF48CFA11A}"/>
              </a:ext>
            </a:extLst>
          </p:cNvPr>
          <p:cNvSpPr txBox="1"/>
          <p:nvPr/>
        </p:nvSpPr>
        <p:spPr>
          <a:xfrm>
            <a:off x="5426796" y="2497381"/>
            <a:ext cx="179328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</a:rPr>
              <a:t>&amp;</a:t>
            </a:r>
            <a:endParaRPr lang="en-IN" sz="16600" dirty="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E55E7EC-41B8-DE6D-7D49-8DFA722B3B90}"/>
              </a:ext>
            </a:extLst>
          </p:cNvPr>
          <p:cNvGrpSpPr/>
          <p:nvPr/>
        </p:nvGrpSpPr>
        <p:grpSpPr>
          <a:xfrm>
            <a:off x="629232" y="7892274"/>
            <a:ext cx="11308588" cy="5710589"/>
            <a:chOff x="215900" y="882707"/>
            <a:chExt cx="11308588" cy="5710589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441E4B61-8F66-59F5-C179-A78C0FC0F244}"/>
                </a:ext>
              </a:extLst>
            </p:cNvPr>
            <p:cNvSpPr/>
            <p:nvPr/>
          </p:nvSpPr>
          <p:spPr>
            <a:xfrm>
              <a:off x="215900" y="882707"/>
              <a:ext cx="11308588" cy="571058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55" name="Rectangle: Single Corner Rounded 54">
              <a:extLst>
                <a:ext uri="{FF2B5EF4-FFF2-40B4-BE49-F238E27FC236}">
                  <a16:creationId xmlns:a16="http://schemas.microsoft.com/office/drawing/2014/main" id="{8D6519DA-7D4A-C464-608D-61B0F09DCA49}"/>
                </a:ext>
              </a:extLst>
            </p:cNvPr>
            <p:cNvSpPr/>
            <p:nvPr/>
          </p:nvSpPr>
          <p:spPr>
            <a:xfrm>
              <a:off x="6015010" y="1097281"/>
              <a:ext cx="5352426" cy="2550694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56" name="Rectangle: Single Corner Rounded 55">
              <a:extLst>
                <a:ext uri="{FF2B5EF4-FFF2-40B4-BE49-F238E27FC236}">
                  <a16:creationId xmlns:a16="http://schemas.microsoft.com/office/drawing/2014/main" id="{168986C7-3E5E-5356-5137-0812546683CC}"/>
                </a:ext>
              </a:extLst>
            </p:cNvPr>
            <p:cNvSpPr/>
            <p:nvPr/>
          </p:nvSpPr>
          <p:spPr>
            <a:xfrm rot="10800000">
              <a:off x="388216" y="3747481"/>
              <a:ext cx="5454477" cy="2640721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57" name="Rectangle: Single Corner Rounded 56">
              <a:extLst>
                <a:ext uri="{FF2B5EF4-FFF2-40B4-BE49-F238E27FC236}">
                  <a16:creationId xmlns:a16="http://schemas.microsoft.com/office/drawing/2014/main" id="{377BF50B-B4A8-8475-800E-CF552D3C87AA}"/>
                </a:ext>
              </a:extLst>
            </p:cNvPr>
            <p:cNvSpPr/>
            <p:nvPr/>
          </p:nvSpPr>
          <p:spPr>
            <a:xfrm flipH="1">
              <a:off x="388214" y="1097281"/>
              <a:ext cx="5454476" cy="2550694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58" name="Rectangle: Single Corner Rounded 57">
              <a:extLst>
                <a:ext uri="{FF2B5EF4-FFF2-40B4-BE49-F238E27FC236}">
                  <a16:creationId xmlns:a16="http://schemas.microsoft.com/office/drawing/2014/main" id="{211AC5B8-C05D-6725-88EE-881374263278}"/>
                </a:ext>
              </a:extLst>
            </p:cNvPr>
            <p:cNvSpPr/>
            <p:nvPr/>
          </p:nvSpPr>
          <p:spPr>
            <a:xfrm rot="10800000" flipH="1">
              <a:off x="6015008" y="3747481"/>
              <a:ext cx="5352428" cy="2640722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</p:grpSp>
      <p:sp>
        <p:nvSpPr>
          <p:cNvPr id="59" name="Text 10">
            <a:extLst>
              <a:ext uri="{FF2B5EF4-FFF2-40B4-BE49-F238E27FC236}">
                <a16:creationId xmlns:a16="http://schemas.microsoft.com/office/drawing/2014/main" id="{908FA6A5-CE46-3A9A-FB57-5EDC49DF3C4E}"/>
              </a:ext>
            </a:extLst>
          </p:cNvPr>
          <p:cNvSpPr/>
          <p:nvPr/>
        </p:nvSpPr>
        <p:spPr>
          <a:xfrm>
            <a:off x="1080844" y="869206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79E27FFA-59E7-6CAF-8438-25656F220F41}"/>
              </a:ext>
            </a:extLst>
          </p:cNvPr>
          <p:cNvSpPr/>
          <p:nvPr/>
        </p:nvSpPr>
        <p:spPr>
          <a:xfrm>
            <a:off x="1401365" y="8345466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561B81-EE0F-3E6F-43F5-AC5ADC210788}"/>
              </a:ext>
            </a:extLst>
          </p:cNvPr>
          <p:cNvSpPr txBox="1"/>
          <p:nvPr/>
        </p:nvSpPr>
        <p:spPr>
          <a:xfrm>
            <a:off x="801546" y="9057823"/>
            <a:ext cx="6097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hashed password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self-registration (regex validation)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doctor/staff accounts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login + role redirect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098EB36E-C565-A24C-0B31-50B45FCFAB15}"/>
              </a:ext>
            </a:extLst>
          </p:cNvPr>
          <p:cNvSpPr/>
          <p:nvPr/>
        </p:nvSpPr>
        <p:spPr>
          <a:xfrm>
            <a:off x="1394944" y="10798399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C7C7EA1C-5AE2-67E2-ED20-B673CA1C5626}"/>
              </a:ext>
            </a:extLst>
          </p:cNvPr>
          <p:cNvSpPr/>
          <p:nvPr/>
        </p:nvSpPr>
        <p:spPr>
          <a:xfrm>
            <a:off x="1136908" y="10853735"/>
            <a:ext cx="4783756" cy="28786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medical records per appointment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confirmation &amp;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salary &amp; profile management</a:t>
            </a:r>
          </a:p>
        </p:txBody>
      </p:sp>
      <p:sp>
        <p:nvSpPr>
          <p:cNvPr id="128" name="Text 17">
            <a:extLst>
              <a:ext uri="{FF2B5EF4-FFF2-40B4-BE49-F238E27FC236}">
                <a16:creationId xmlns:a16="http://schemas.microsoft.com/office/drawing/2014/main" id="{5847C41B-24E1-4252-481D-58A23E851906}"/>
              </a:ext>
            </a:extLst>
          </p:cNvPr>
          <p:cNvSpPr/>
          <p:nvPr/>
        </p:nvSpPr>
        <p:spPr>
          <a:xfrm>
            <a:off x="7035753" y="8354269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29" name="Text 23">
            <a:extLst>
              <a:ext uri="{FF2B5EF4-FFF2-40B4-BE49-F238E27FC236}">
                <a16:creationId xmlns:a16="http://schemas.microsoft.com/office/drawing/2014/main" id="{8D5F57A2-01C3-EFAE-966F-428DF1F5BAF9}"/>
              </a:ext>
            </a:extLst>
          </p:cNvPr>
          <p:cNvSpPr/>
          <p:nvPr/>
        </p:nvSpPr>
        <p:spPr>
          <a:xfrm>
            <a:off x="6591383" y="9111618"/>
            <a:ext cx="4487217" cy="3027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leaves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pay salary slips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all users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AF43FD9-283D-DF46-8675-156565008628}"/>
              </a:ext>
            </a:extLst>
          </p:cNvPr>
          <p:cNvSpPr txBox="1"/>
          <p:nvPr/>
        </p:nvSpPr>
        <p:spPr>
          <a:xfrm>
            <a:off x="6522242" y="11468404"/>
            <a:ext cx="481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history &amp;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by doctor &amp;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pay bills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medical records access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1" name="Text 17">
            <a:extLst>
              <a:ext uri="{FF2B5EF4-FFF2-40B4-BE49-F238E27FC236}">
                <a16:creationId xmlns:a16="http://schemas.microsoft.com/office/drawing/2014/main" id="{7989DD61-ECD6-A6CD-5B12-631F1AC4DC86}"/>
              </a:ext>
            </a:extLst>
          </p:cNvPr>
          <p:cNvSpPr/>
          <p:nvPr/>
        </p:nvSpPr>
        <p:spPr>
          <a:xfrm>
            <a:off x="7132006" y="1089533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77643"/>
      </p:ext>
    </p:extLst>
  </p:cSld>
  <p:clrMapOvr>
    <a:masterClrMapping/>
  </p:clrMapOvr>
  <p:transition advClick="0" advTm="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8">
            <a:extLst>
              <a:ext uri="{FF2B5EF4-FFF2-40B4-BE49-F238E27FC236}">
                <a16:creationId xmlns:a16="http://schemas.microsoft.com/office/drawing/2014/main" id="{3AFB02C2-75C5-ED00-2BFB-1C858222BB2A}"/>
              </a:ext>
            </a:extLst>
          </p:cNvPr>
          <p:cNvSpPr/>
          <p:nvPr/>
        </p:nvSpPr>
        <p:spPr>
          <a:xfrm>
            <a:off x="667512" y="125816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B538B7FC-6874-BC8A-F52B-C823D558511B}"/>
              </a:ext>
            </a:extLst>
          </p:cNvPr>
          <p:cNvSpPr/>
          <p:nvPr/>
        </p:nvSpPr>
        <p:spPr>
          <a:xfrm>
            <a:off x="667512" y="2066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5886DA1E-5501-6B96-415E-414D726626DB}"/>
              </a:ext>
            </a:extLst>
          </p:cNvPr>
          <p:cNvSpPr/>
          <p:nvPr/>
        </p:nvSpPr>
        <p:spPr>
          <a:xfrm>
            <a:off x="667512" y="2450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3" name="Text 19">
            <a:extLst>
              <a:ext uri="{FF2B5EF4-FFF2-40B4-BE49-F238E27FC236}">
                <a16:creationId xmlns:a16="http://schemas.microsoft.com/office/drawing/2014/main" id="{7A62F270-D22D-000E-9BDC-97A3537113EE}"/>
              </a:ext>
            </a:extLst>
          </p:cNvPr>
          <p:cNvSpPr/>
          <p:nvPr/>
        </p:nvSpPr>
        <p:spPr>
          <a:xfrm>
            <a:off x="5001768" y="272590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CD7364E6-91BA-D161-CD9F-C8F9787CC258}"/>
              </a:ext>
            </a:extLst>
          </p:cNvPr>
          <p:cNvSpPr/>
          <p:nvPr/>
        </p:nvSpPr>
        <p:spPr>
          <a:xfrm>
            <a:off x="7086600" y="198140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31548DEB-027D-C5C6-A0F8-220F891D8556}"/>
              </a:ext>
            </a:extLst>
          </p:cNvPr>
          <p:cNvSpPr/>
          <p:nvPr/>
        </p:nvSpPr>
        <p:spPr>
          <a:xfrm>
            <a:off x="7086600" y="27495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873C596C-4AE6-A1C5-73DD-8F1690F63A44}"/>
              </a:ext>
            </a:extLst>
          </p:cNvPr>
          <p:cNvSpPr/>
          <p:nvPr/>
        </p:nvSpPr>
        <p:spPr>
          <a:xfrm>
            <a:off x="667512" y="437571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69E0B0D-83B4-8EFA-D4F7-2D63A3F07FA6}"/>
              </a:ext>
            </a:extLst>
          </p:cNvPr>
          <p:cNvSpPr/>
          <p:nvPr/>
        </p:nvSpPr>
        <p:spPr>
          <a:xfrm>
            <a:off x="667512" y="514381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BA338D9D-2A65-9794-72BC-E0157C796AE5}"/>
              </a:ext>
            </a:extLst>
          </p:cNvPr>
          <p:cNvSpPr/>
          <p:nvPr/>
        </p:nvSpPr>
        <p:spPr>
          <a:xfrm>
            <a:off x="667512" y="552785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5" name="Text 41">
            <a:extLst>
              <a:ext uri="{FF2B5EF4-FFF2-40B4-BE49-F238E27FC236}">
                <a16:creationId xmlns:a16="http://schemas.microsoft.com/office/drawing/2014/main" id="{362A8D3E-50BA-5DF8-0838-414CA6960DDD}"/>
              </a:ext>
            </a:extLst>
          </p:cNvPr>
          <p:cNvSpPr/>
          <p:nvPr/>
        </p:nvSpPr>
        <p:spPr>
          <a:xfrm>
            <a:off x="7086600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3D035732-123F-B670-5A2D-44CF1670B62F}"/>
              </a:ext>
            </a:extLst>
          </p:cNvPr>
          <p:cNvSpPr/>
          <p:nvPr/>
        </p:nvSpPr>
        <p:spPr>
          <a:xfrm>
            <a:off x="7086600" y="4782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9" name="Text 45">
            <a:extLst>
              <a:ext uri="{FF2B5EF4-FFF2-40B4-BE49-F238E27FC236}">
                <a16:creationId xmlns:a16="http://schemas.microsoft.com/office/drawing/2014/main" id="{2D68248F-6C88-7365-493C-D629FA7E52A5}"/>
              </a:ext>
            </a:extLst>
          </p:cNvPr>
          <p:cNvSpPr/>
          <p:nvPr/>
        </p:nvSpPr>
        <p:spPr>
          <a:xfrm>
            <a:off x="7086600" y="5166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1" name="Text 47">
            <a:extLst>
              <a:ext uri="{FF2B5EF4-FFF2-40B4-BE49-F238E27FC236}">
                <a16:creationId xmlns:a16="http://schemas.microsoft.com/office/drawing/2014/main" id="{96883ABE-A470-7DC9-99C8-5D31F4F93BFC}"/>
              </a:ext>
            </a:extLst>
          </p:cNvPr>
          <p:cNvSpPr/>
          <p:nvPr/>
        </p:nvSpPr>
        <p:spPr>
          <a:xfrm>
            <a:off x="7086600" y="5550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AD241E6-6A5F-C122-C2D4-EFC3F4917627}"/>
              </a:ext>
            </a:extLst>
          </p:cNvPr>
          <p:cNvGrpSpPr/>
          <p:nvPr/>
        </p:nvGrpSpPr>
        <p:grpSpPr>
          <a:xfrm>
            <a:off x="523909" y="911583"/>
            <a:ext cx="11308588" cy="5710589"/>
            <a:chOff x="215900" y="882707"/>
            <a:chExt cx="11308588" cy="5710589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E9218934-729E-9DCD-AEF4-A60703D5BD7A}"/>
                </a:ext>
              </a:extLst>
            </p:cNvPr>
            <p:cNvSpPr/>
            <p:nvPr/>
          </p:nvSpPr>
          <p:spPr>
            <a:xfrm>
              <a:off x="215900" y="882707"/>
              <a:ext cx="11308588" cy="571058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152" name="Rectangle: Single Corner Rounded 151">
              <a:extLst>
                <a:ext uri="{FF2B5EF4-FFF2-40B4-BE49-F238E27FC236}">
                  <a16:creationId xmlns:a16="http://schemas.microsoft.com/office/drawing/2014/main" id="{13C8C7C2-CE0D-05B0-499B-11F488D2A75F}"/>
                </a:ext>
              </a:extLst>
            </p:cNvPr>
            <p:cNvSpPr/>
            <p:nvPr/>
          </p:nvSpPr>
          <p:spPr>
            <a:xfrm>
              <a:off x="6015010" y="1097281"/>
              <a:ext cx="5352426" cy="2550694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153" name="Rectangle: Single Corner Rounded 152">
              <a:extLst>
                <a:ext uri="{FF2B5EF4-FFF2-40B4-BE49-F238E27FC236}">
                  <a16:creationId xmlns:a16="http://schemas.microsoft.com/office/drawing/2014/main" id="{23CB00AC-DE86-A0C5-F26F-E5476B4F5AAA}"/>
                </a:ext>
              </a:extLst>
            </p:cNvPr>
            <p:cNvSpPr/>
            <p:nvPr/>
          </p:nvSpPr>
          <p:spPr>
            <a:xfrm rot="10800000">
              <a:off x="388216" y="3747481"/>
              <a:ext cx="5454477" cy="2640721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154" name="Rectangle: Single Corner Rounded 153">
              <a:extLst>
                <a:ext uri="{FF2B5EF4-FFF2-40B4-BE49-F238E27FC236}">
                  <a16:creationId xmlns:a16="http://schemas.microsoft.com/office/drawing/2014/main" id="{80C9DD1C-3F2B-4E48-4474-81571F2539B7}"/>
                </a:ext>
              </a:extLst>
            </p:cNvPr>
            <p:cNvSpPr/>
            <p:nvPr/>
          </p:nvSpPr>
          <p:spPr>
            <a:xfrm flipH="1">
              <a:off x="388214" y="1097281"/>
              <a:ext cx="5454476" cy="2550694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  <p:sp>
          <p:nvSpPr>
            <p:cNvPr id="155" name="Rectangle: Single Corner Rounded 154">
              <a:extLst>
                <a:ext uri="{FF2B5EF4-FFF2-40B4-BE49-F238E27FC236}">
                  <a16:creationId xmlns:a16="http://schemas.microsoft.com/office/drawing/2014/main" id="{4728962F-879C-F090-0F99-8C2FCE82D353}"/>
                </a:ext>
              </a:extLst>
            </p:cNvPr>
            <p:cNvSpPr/>
            <p:nvPr/>
          </p:nvSpPr>
          <p:spPr>
            <a:xfrm rot="10800000" flipH="1">
              <a:off x="6015008" y="3747481"/>
              <a:ext cx="5352428" cy="2640722"/>
            </a:xfrm>
            <a:prstGeom prst="round1Rect">
              <a:avLst>
                <a:gd name="adj" fmla="val 32516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40000"/>
                  <a:lumOff val="6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 dirty="0"/>
            </a:p>
          </p:txBody>
        </p:sp>
      </p:grpSp>
      <p:sp>
        <p:nvSpPr>
          <p:cNvPr id="156" name="Text 10">
            <a:extLst>
              <a:ext uri="{FF2B5EF4-FFF2-40B4-BE49-F238E27FC236}">
                <a16:creationId xmlns:a16="http://schemas.microsoft.com/office/drawing/2014/main" id="{C65E6A05-5656-DD6C-15D0-FA3ECED811D0}"/>
              </a:ext>
            </a:extLst>
          </p:cNvPr>
          <p:cNvSpPr/>
          <p:nvPr/>
        </p:nvSpPr>
        <p:spPr>
          <a:xfrm>
            <a:off x="975521" y="17113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7" name="Text 6">
            <a:extLst>
              <a:ext uri="{FF2B5EF4-FFF2-40B4-BE49-F238E27FC236}">
                <a16:creationId xmlns:a16="http://schemas.microsoft.com/office/drawing/2014/main" id="{2CE9DF19-C186-1A4E-A633-D239A5528003}"/>
              </a:ext>
            </a:extLst>
          </p:cNvPr>
          <p:cNvSpPr/>
          <p:nvPr/>
        </p:nvSpPr>
        <p:spPr>
          <a:xfrm>
            <a:off x="1296042" y="1364775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382B3F3-CC64-5F46-F296-D9CF952503E6}"/>
              </a:ext>
            </a:extLst>
          </p:cNvPr>
          <p:cNvSpPr txBox="1"/>
          <p:nvPr/>
        </p:nvSpPr>
        <p:spPr>
          <a:xfrm>
            <a:off x="696223" y="2077132"/>
            <a:ext cx="6097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hashed password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self-registration (regex validation)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doctor/staff accounts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login + role redirect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9" name="Text 28">
            <a:extLst>
              <a:ext uri="{FF2B5EF4-FFF2-40B4-BE49-F238E27FC236}">
                <a16:creationId xmlns:a16="http://schemas.microsoft.com/office/drawing/2014/main" id="{5F59B5B1-E23C-A4A3-5C97-D908A799059F}"/>
              </a:ext>
            </a:extLst>
          </p:cNvPr>
          <p:cNvSpPr/>
          <p:nvPr/>
        </p:nvSpPr>
        <p:spPr>
          <a:xfrm>
            <a:off x="1289621" y="381770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60" name="Text 32">
            <a:extLst>
              <a:ext uri="{FF2B5EF4-FFF2-40B4-BE49-F238E27FC236}">
                <a16:creationId xmlns:a16="http://schemas.microsoft.com/office/drawing/2014/main" id="{F84A3F34-E39E-8DE5-B7DB-2F17E48AEAB3}"/>
              </a:ext>
            </a:extLst>
          </p:cNvPr>
          <p:cNvSpPr/>
          <p:nvPr/>
        </p:nvSpPr>
        <p:spPr>
          <a:xfrm>
            <a:off x="1031585" y="3873044"/>
            <a:ext cx="4783756" cy="28786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medical records per appointment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confirmation &amp;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salary &amp; profile management</a:t>
            </a:r>
          </a:p>
        </p:txBody>
      </p:sp>
      <p:sp>
        <p:nvSpPr>
          <p:cNvPr id="161" name="Text 17">
            <a:extLst>
              <a:ext uri="{FF2B5EF4-FFF2-40B4-BE49-F238E27FC236}">
                <a16:creationId xmlns:a16="http://schemas.microsoft.com/office/drawing/2014/main" id="{CEBE69C1-0E83-C805-1EE1-34CE6B9FB41A}"/>
              </a:ext>
            </a:extLst>
          </p:cNvPr>
          <p:cNvSpPr/>
          <p:nvPr/>
        </p:nvSpPr>
        <p:spPr>
          <a:xfrm>
            <a:off x="6930430" y="137357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62" name="Text 23">
            <a:extLst>
              <a:ext uri="{FF2B5EF4-FFF2-40B4-BE49-F238E27FC236}">
                <a16:creationId xmlns:a16="http://schemas.microsoft.com/office/drawing/2014/main" id="{91BE560A-0B83-26F2-F99A-CD3D2F0A704F}"/>
              </a:ext>
            </a:extLst>
          </p:cNvPr>
          <p:cNvSpPr/>
          <p:nvPr/>
        </p:nvSpPr>
        <p:spPr>
          <a:xfrm>
            <a:off x="6486060" y="2130927"/>
            <a:ext cx="4487217" cy="3027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leaves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pay salary slips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all users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CFCFC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B709390-A27A-28E2-D94F-D2531676ED69}"/>
              </a:ext>
            </a:extLst>
          </p:cNvPr>
          <p:cNvSpPr txBox="1"/>
          <p:nvPr/>
        </p:nvSpPr>
        <p:spPr>
          <a:xfrm>
            <a:off x="6416919" y="4487713"/>
            <a:ext cx="4813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history &amp;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by doctor &amp;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pay bills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medical records access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4" name="Text 17">
            <a:extLst>
              <a:ext uri="{FF2B5EF4-FFF2-40B4-BE49-F238E27FC236}">
                <a16:creationId xmlns:a16="http://schemas.microsoft.com/office/drawing/2014/main" id="{BC41BEB3-8EB9-570C-5E31-DAF9D2677765}"/>
              </a:ext>
            </a:extLst>
          </p:cNvPr>
          <p:cNvSpPr/>
          <p:nvPr/>
        </p:nvSpPr>
        <p:spPr>
          <a:xfrm>
            <a:off x="7026683" y="3914647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9BF00EF-D9C6-95F1-C6BE-6B01D42459B3}"/>
              </a:ext>
            </a:extLst>
          </p:cNvPr>
          <p:cNvSpPr txBox="1"/>
          <p:nvPr/>
        </p:nvSpPr>
        <p:spPr>
          <a:xfrm>
            <a:off x="2068162" y="313567"/>
            <a:ext cx="189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Features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468D2C9-A43F-4732-6CCE-210BB5DBE8DF}"/>
              </a:ext>
            </a:extLst>
          </p:cNvPr>
          <p:cNvSpPr txBox="1"/>
          <p:nvPr/>
        </p:nvSpPr>
        <p:spPr>
          <a:xfrm>
            <a:off x="30421" y="327439"/>
            <a:ext cx="189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Modules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D4A8CBD-187D-E570-1D76-22B86AE1AF98}"/>
              </a:ext>
            </a:extLst>
          </p:cNvPr>
          <p:cNvSpPr txBox="1"/>
          <p:nvPr/>
        </p:nvSpPr>
        <p:spPr>
          <a:xfrm>
            <a:off x="1773078" y="300326"/>
            <a:ext cx="29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&amp;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451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629232" y="3739077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Faced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450850" y="346954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12085-4FEA-867F-D545-082F6182BF01}"/>
              </a:ext>
            </a:extLst>
          </p:cNvPr>
          <p:cNvSpPr txBox="1"/>
          <p:nvPr/>
        </p:nvSpPr>
        <p:spPr>
          <a:xfrm>
            <a:off x="1500170" y="7355446"/>
            <a:ext cx="87123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Designing an efficient and normalized database structure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Managing relationships using primary and foreign keys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Implementing role-based access for different users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Handling appointment scheduling and status updates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Designing a simple and user-friendly interface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Handling Multiple Files and integrating them.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750594"/>
      </p:ext>
    </p:extLst>
  </p:cSld>
  <p:clrMapOvr>
    <a:masterClrMapping/>
  </p:clrMapOvr>
  <p:transition advTm="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8">
            <a:extLst>
              <a:ext uri="{FF2B5EF4-FFF2-40B4-BE49-F238E27FC236}">
                <a16:creationId xmlns:a16="http://schemas.microsoft.com/office/drawing/2014/main" id="{3AFB02C2-75C5-ED00-2BFB-1C858222BB2A}"/>
              </a:ext>
            </a:extLst>
          </p:cNvPr>
          <p:cNvSpPr/>
          <p:nvPr/>
        </p:nvSpPr>
        <p:spPr>
          <a:xfrm>
            <a:off x="667512" y="125816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B538B7FC-6874-BC8A-F52B-C823D558511B}"/>
              </a:ext>
            </a:extLst>
          </p:cNvPr>
          <p:cNvSpPr/>
          <p:nvPr/>
        </p:nvSpPr>
        <p:spPr>
          <a:xfrm>
            <a:off x="667512" y="2066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5886DA1E-5501-6B96-415E-414D726626DB}"/>
              </a:ext>
            </a:extLst>
          </p:cNvPr>
          <p:cNvSpPr/>
          <p:nvPr/>
        </p:nvSpPr>
        <p:spPr>
          <a:xfrm>
            <a:off x="667512" y="2450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3" name="Text 19">
            <a:extLst>
              <a:ext uri="{FF2B5EF4-FFF2-40B4-BE49-F238E27FC236}">
                <a16:creationId xmlns:a16="http://schemas.microsoft.com/office/drawing/2014/main" id="{7A62F270-D22D-000E-9BDC-97A3537113EE}"/>
              </a:ext>
            </a:extLst>
          </p:cNvPr>
          <p:cNvSpPr/>
          <p:nvPr/>
        </p:nvSpPr>
        <p:spPr>
          <a:xfrm>
            <a:off x="5001768" y="272590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CD7364E6-91BA-D161-CD9F-C8F9787CC258}"/>
              </a:ext>
            </a:extLst>
          </p:cNvPr>
          <p:cNvSpPr/>
          <p:nvPr/>
        </p:nvSpPr>
        <p:spPr>
          <a:xfrm>
            <a:off x="7086600" y="198140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31548DEB-027D-C5C6-A0F8-220F891D8556}"/>
              </a:ext>
            </a:extLst>
          </p:cNvPr>
          <p:cNvSpPr/>
          <p:nvPr/>
        </p:nvSpPr>
        <p:spPr>
          <a:xfrm>
            <a:off x="7086600" y="27495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873C596C-4AE6-A1C5-73DD-8F1690F63A44}"/>
              </a:ext>
            </a:extLst>
          </p:cNvPr>
          <p:cNvSpPr/>
          <p:nvPr/>
        </p:nvSpPr>
        <p:spPr>
          <a:xfrm>
            <a:off x="667512" y="437571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69E0B0D-83B4-8EFA-D4F7-2D63A3F07FA6}"/>
              </a:ext>
            </a:extLst>
          </p:cNvPr>
          <p:cNvSpPr/>
          <p:nvPr/>
        </p:nvSpPr>
        <p:spPr>
          <a:xfrm>
            <a:off x="667512" y="514381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BA338D9D-2A65-9794-72BC-E0157C796AE5}"/>
              </a:ext>
            </a:extLst>
          </p:cNvPr>
          <p:cNvSpPr/>
          <p:nvPr/>
        </p:nvSpPr>
        <p:spPr>
          <a:xfrm>
            <a:off x="667512" y="552785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5" name="Text 41">
            <a:extLst>
              <a:ext uri="{FF2B5EF4-FFF2-40B4-BE49-F238E27FC236}">
                <a16:creationId xmlns:a16="http://schemas.microsoft.com/office/drawing/2014/main" id="{362A8D3E-50BA-5DF8-0838-414CA6960DDD}"/>
              </a:ext>
            </a:extLst>
          </p:cNvPr>
          <p:cNvSpPr/>
          <p:nvPr/>
        </p:nvSpPr>
        <p:spPr>
          <a:xfrm>
            <a:off x="7086600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3D035732-123F-B670-5A2D-44CF1670B62F}"/>
              </a:ext>
            </a:extLst>
          </p:cNvPr>
          <p:cNvSpPr/>
          <p:nvPr/>
        </p:nvSpPr>
        <p:spPr>
          <a:xfrm>
            <a:off x="7086600" y="4782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9" name="Text 45">
            <a:extLst>
              <a:ext uri="{FF2B5EF4-FFF2-40B4-BE49-F238E27FC236}">
                <a16:creationId xmlns:a16="http://schemas.microsoft.com/office/drawing/2014/main" id="{2D68248F-6C88-7365-493C-D629FA7E52A5}"/>
              </a:ext>
            </a:extLst>
          </p:cNvPr>
          <p:cNvSpPr/>
          <p:nvPr/>
        </p:nvSpPr>
        <p:spPr>
          <a:xfrm>
            <a:off x="7086600" y="5166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1" name="Text 47">
            <a:extLst>
              <a:ext uri="{FF2B5EF4-FFF2-40B4-BE49-F238E27FC236}">
                <a16:creationId xmlns:a16="http://schemas.microsoft.com/office/drawing/2014/main" id="{96883ABE-A470-7DC9-99C8-5D31F4F93BFC}"/>
              </a:ext>
            </a:extLst>
          </p:cNvPr>
          <p:cNvSpPr/>
          <p:nvPr/>
        </p:nvSpPr>
        <p:spPr>
          <a:xfrm>
            <a:off x="7086600" y="5550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6" name="Text 10">
            <a:extLst>
              <a:ext uri="{FF2B5EF4-FFF2-40B4-BE49-F238E27FC236}">
                <a16:creationId xmlns:a16="http://schemas.microsoft.com/office/drawing/2014/main" id="{C65E6A05-5656-DD6C-15D0-FA3ECED811D0}"/>
              </a:ext>
            </a:extLst>
          </p:cNvPr>
          <p:cNvSpPr/>
          <p:nvPr/>
        </p:nvSpPr>
        <p:spPr>
          <a:xfrm>
            <a:off x="975521" y="17113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74891-1D03-21A6-CCCA-A5897EB532B9}"/>
              </a:ext>
            </a:extLst>
          </p:cNvPr>
          <p:cNvSpPr txBox="1"/>
          <p:nvPr/>
        </p:nvSpPr>
        <p:spPr>
          <a:xfrm>
            <a:off x="215900" y="1231048"/>
            <a:ext cx="87123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Designing an efficient and normalized database structure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Managing relationships using primary and foreign keys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Implementing role-based access for different users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Handling appointment scheduling and status updates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Designing a simple and user-friendly interface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Handling Multiple Files and integrating them.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38773-ACE9-D6BB-8E50-2CCFCC4A3999}"/>
              </a:ext>
            </a:extLst>
          </p:cNvPr>
          <p:cNvSpPr txBox="1"/>
          <p:nvPr/>
        </p:nvSpPr>
        <p:spPr>
          <a:xfrm>
            <a:off x="1524399" y="288867"/>
            <a:ext cx="2189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Faced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2873F-43F7-2F1D-9C28-8952BF6C099E}"/>
              </a:ext>
            </a:extLst>
          </p:cNvPr>
          <p:cNvSpPr txBox="1"/>
          <p:nvPr/>
        </p:nvSpPr>
        <p:spPr>
          <a:xfrm>
            <a:off x="82296" y="288867"/>
            <a:ext cx="2189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967304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0" y="3739077"/>
            <a:ext cx="121163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Improvement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450850" y="346954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9438B-79B1-9896-1F5F-E072F5566570}"/>
              </a:ext>
            </a:extLst>
          </p:cNvPr>
          <p:cNvSpPr txBox="1"/>
          <p:nvPr/>
        </p:nvSpPr>
        <p:spPr>
          <a:xfrm>
            <a:off x="1169211" y="8098776"/>
            <a:ext cx="87123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Add online payment integration for billing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Implement real-time notifications for appointments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Improve UI/UX for better user experience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Add advanced reporting and analytics features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Enhance security with authentication and encryption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Deploy the system on cloud for wider accessibility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Develop mobile application support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636865"/>
      </p:ext>
    </p:extLst>
  </p:cSld>
  <p:clrMapOvr>
    <a:masterClrMapping/>
  </p:clrMapOvr>
  <p:transition advTm="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8">
            <a:extLst>
              <a:ext uri="{FF2B5EF4-FFF2-40B4-BE49-F238E27FC236}">
                <a16:creationId xmlns:a16="http://schemas.microsoft.com/office/drawing/2014/main" id="{3AFB02C2-75C5-ED00-2BFB-1C858222BB2A}"/>
              </a:ext>
            </a:extLst>
          </p:cNvPr>
          <p:cNvSpPr/>
          <p:nvPr/>
        </p:nvSpPr>
        <p:spPr>
          <a:xfrm>
            <a:off x="667512" y="125816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B538B7FC-6874-BC8A-F52B-C823D558511B}"/>
              </a:ext>
            </a:extLst>
          </p:cNvPr>
          <p:cNvSpPr/>
          <p:nvPr/>
        </p:nvSpPr>
        <p:spPr>
          <a:xfrm>
            <a:off x="667512" y="2066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5886DA1E-5501-6B96-415E-414D726626DB}"/>
              </a:ext>
            </a:extLst>
          </p:cNvPr>
          <p:cNvSpPr/>
          <p:nvPr/>
        </p:nvSpPr>
        <p:spPr>
          <a:xfrm>
            <a:off x="667512" y="2450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3" name="Text 19">
            <a:extLst>
              <a:ext uri="{FF2B5EF4-FFF2-40B4-BE49-F238E27FC236}">
                <a16:creationId xmlns:a16="http://schemas.microsoft.com/office/drawing/2014/main" id="{7A62F270-D22D-000E-9BDC-97A3537113EE}"/>
              </a:ext>
            </a:extLst>
          </p:cNvPr>
          <p:cNvSpPr/>
          <p:nvPr/>
        </p:nvSpPr>
        <p:spPr>
          <a:xfrm>
            <a:off x="5001768" y="272590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CD7364E6-91BA-D161-CD9F-C8F9787CC258}"/>
              </a:ext>
            </a:extLst>
          </p:cNvPr>
          <p:cNvSpPr/>
          <p:nvPr/>
        </p:nvSpPr>
        <p:spPr>
          <a:xfrm>
            <a:off x="7086600" y="198140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31548DEB-027D-C5C6-A0F8-220F891D8556}"/>
              </a:ext>
            </a:extLst>
          </p:cNvPr>
          <p:cNvSpPr/>
          <p:nvPr/>
        </p:nvSpPr>
        <p:spPr>
          <a:xfrm>
            <a:off x="7086600" y="27495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873C596C-4AE6-A1C5-73DD-8F1690F63A44}"/>
              </a:ext>
            </a:extLst>
          </p:cNvPr>
          <p:cNvSpPr/>
          <p:nvPr/>
        </p:nvSpPr>
        <p:spPr>
          <a:xfrm>
            <a:off x="667512" y="437571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69E0B0D-83B4-8EFA-D4F7-2D63A3F07FA6}"/>
              </a:ext>
            </a:extLst>
          </p:cNvPr>
          <p:cNvSpPr/>
          <p:nvPr/>
        </p:nvSpPr>
        <p:spPr>
          <a:xfrm>
            <a:off x="667512" y="514381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BA338D9D-2A65-9794-72BC-E0157C796AE5}"/>
              </a:ext>
            </a:extLst>
          </p:cNvPr>
          <p:cNvSpPr/>
          <p:nvPr/>
        </p:nvSpPr>
        <p:spPr>
          <a:xfrm>
            <a:off x="667512" y="552785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5" name="Text 41">
            <a:extLst>
              <a:ext uri="{FF2B5EF4-FFF2-40B4-BE49-F238E27FC236}">
                <a16:creationId xmlns:a16="http://schemas.microsoft.com/office/drawing/2014/main" id="{362A8D3E-50BA-5DF8-0838-414CA6960DDD}"/>
              </a:ext>
            </a:extLst>
          </p:cNvPr>
          <p:cNvSpPr/>
          <p:nvPr/>
        </p:nvSpPr>
        <p:spPr>
          <a:xfrm>
            <a:off x="7086600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3D035732-123F-B670-5A2D-44CF1670B62F}"/>
              </a:ext>
            </a:extLst>
          </p:cNvPr>
          <p:cNvSpPr/>
          <p:nvPr/>
        </p:nvSpPr>
        <p:spPr>
          <a:xfrm>
            <a:off x="7086600" y="4782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9" name="Text 45">
            <a:extLst>
              <a:ext uri="{FF2B5EF4-FFF2-40B4-BE49-F238E27FC236}">
                <a16:creationId xmlns:a16="http://schemas.microsoft.com/office/drawing/2014/main" id="{2D68248F-6C88-7365-493C-D629FA7E52A5}"/>
              </a:ext>
            </a:extLst>
          </p:cNvPr>
          <p:cNvSpPr/>
          <p:nvPr/>
        </p:nvSpPr>
        <p:spPr>
          <a:xfrm>
            <a:off x="7086600" y="5166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1" name="Text 47">
            <a:extLst>
              <a:ext uri="{FF2B5EF4-FFF2-40B4-BE49-F238E27FC236}">
                <a16:creationId xmlns:a16="http://schemas.microsoft.com/office/drawing/2014/main" id="{96883ABE-A470-7DC9-99C8-5D31F4F93BFC}"/>
              </a:ext>
            </a:extLst>
          </p:cNvPr>
          <p:cNvSpPr/>
          <p:nvPr/>
        </p:nvSpPr>
        <p:spPr>
          <a:xfrm>
            <a:off x="7086600" y="5550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6" name="Text 10">
            <a:extLst>
              <a:ext uri="{FF2B5EF4-FFF2-40B4-BE49-F238E27FC236}">
                <a16:creationId xmlns:a16="http://schemas.microsoft.com/office/drawing/2014/main" id="{C65E6A05-5656-DD6C-15D0-FA3ECED811D0}"/>
              </a:ext>
            </a:extLst>
          </p:cNvPr>
          <p:cNvSpPr/>
          <p:nvPr/>
        </p:nvSpPr>
        <p:spPr>
          <a:xfrm>
            <a:off x="975521" y="17113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74891-1D03-21A6-CCCA-A5897EB532B9}"/>
              </a:ext>
            </a:extLst>
          </p:cNvPr>
          <p:cNvSpPr txBox="1"/>
          <p:nvPr/>
        </p:nvSpPr>
        <p:spPr>
          <a:xfrm>
            <a:off x="215900" y="1231048"/>
            <a:ext cx="87123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• Add online payment integration for billing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Implement real-time notifications for appointments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Improve UI/UX for better user experience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Add advanced reporting and analytics features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Enhance security with authentication and encryption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Deploy the system on cloud for wider accessibility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Develop mobile application support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C73EB-AA1F-5B97-58C7-44DE535C4446}"/>
              </a:ext>
            </a:extLst>
          </p:cNvPr>
          <p:cNvSpPr txBox="1"/>
          <p:nvPr/>
        </p:nvSpPr>
        <p:spPr>
          <a:xfrm>
            <a:off x="1400434" y="272813"/>
            <a:ext cx="264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Improvement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8692B-522F-4BE5-78AE-F8507BCF538E}"/>
              </a:ext>
            </a:extLst>
          </p:cNvPr>
          <p:cNvSpPr txBox="1"/>
          <p:nvPr/>
        </p:nvSpPr>
        <p:spPr>
          <a:xfrm>
            <a:off x="-344841" y="266125"/>
            <a:ext cx="2506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1570514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E90CF-6829-0C26-D2DD-CD8692EEA344}"/>
              </a:ext>
            </a:extLst>
          </p:cNvPr>
          <p:cNvSpPr txBox="1"/>
          <p:nvPr/>
        </p:nvSpPr>
        <p:spPr>
          <a:xfrm>
            <a:off x="0" y="3739077"/>
            <a:ext cx="121163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Outcomes</a:t>
            </a:r>
            <a:endParaRPr lang="en-IN" sz="16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ED850-14CF-383E-25B0-BD9F924BF899}"/>
              </a:ext>
            </a:extLst>
          </p:cNvPr>
          <p:cNvCxnSpPr/>
          <p:nvPr/>
        </p:nvCxnSpPr>
        <p:spPr>
          <a:xfrm>
            <a:off x="450850" y="68707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B71A37-67C7-328D-B86B-7FB10028F759}"/>
              </a:ext>
            </a:extLst>
          </p:cNvPr>
          <p:cNvSpPr txBox="1"/>
          <p:nvPr/>
        </p:nvSpPr>
        <p:spPr>
          <a:xfrm>
            <a:off x="450850" y="346954"/>
            <a:ext cx="114871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0FF67-FC44-B357-2FC5-C45ACE19F069}"/>
              </a:ext>
            </a:extLst>
          </p:cNvPr>
          <p:cNvSpPr txBox="1"/>
          <p:nvPr/>
        </p:nvSpPr>
        <p:spPr>
          <a:xfrm>
            <a:off x="87414" y="7590244"/>
            <a:ext cx="11502236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C / C++:	Developed problem-solving and programming fundamentals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Java / Python: Helped in understanding object-oriented programming and logic building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Web Development:  Used to design the user interface and frontend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DBMS: Applied to design database, ER diagram, and relationships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.NET: Helped in understanding application development and backend concepts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Android Programming:  Gained knowledge of user interface design and mobile-based systems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Overall Learning: Improved logical thinking, debugging, and system design skills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654907"/>
      </p:ext>
    </p:extLst>
  </p:cSld>
  <p:clrMapOvr>
    <a:masterClrMapping/>
  </p:clrMapOvr>
  <p:transition advClick="0" advTm="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299EF-E0D9-9BC5-BED6-E447463A7914}"/>
              </a:ext>
            </a:extLst>
          </p:cNvPr>
          <p:cNvCxnSpPr/>
          <p:nvPr/>
        </p:nvCxnSpPr>
        <p:spPr>
          <a:xfrm>
            <a:off x="215900" y="850900"/>
            <a:ext cx="112903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8">
            <a:extLst>
              <a:ext uri="{FF2B5EF4-FFF2-40B4-BE49-F238E27FC236}">
                <a16:creationId xmlns:a16="http://schemas.microsoft.com/office/drawing/2014/main" id="{3AFB02C2-75C5-ED00-2BFB-1C858222BB2A}"/>
              </a:ext>
            </a:extLst>
          </p:cNvPr>
          <p:cNvSpPr/>
          <p:nvPr/>
        </p:nvSpPr>
        <p:spPr>
          <a:xfrm>
            <a:off x="667512" y="125816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B538B7FC-6874-BC8A-F52B-C823D558511B}"/>
              </a:ext>
            </a:extLst>
          </p:cNvPr>
          <p:cNvSpPr/>
          <p:nvPr/>
        </p:nvSpPr>
        <p:spPr>
          <a:xfrm>
            <a:off x="667512" y="2066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8" name="Text 14">
            <a:extLst>
              <a:ext uri="{FF2B5EF4-FFF2-40B4-BE49-F238E27FC236}">
                <a16:creationId xmlns:a16="http://schemas.microsoft.com/office/drawing/2014/main" id="{5886DA1E-5501-6B96-415E-414D726626DB}"/>
              </a:ext>
            </a:extLst>
          </p:cNvPr>
          <p:cNvSpPr/>
          <p:nvPr/>
        </p:nvSpPr>
        <p:spPr>
          <a:xfrm>
            <a:off x="667512" y="2450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3" name="Text 19">
            <a:extLst>
              <a:ext uri="{FF2B5EF4-FFF2-40B4-BE49-F238E27FC236}">
                <a16:creationId xmlns:a16="http://schemas.microsoft.com/office/drawing/2014/main" id="{7A62F270-D22D-000E-9BDC-97A3537113EE}"/>
              </a:ext>
            </a:extLst>
          </p:cNvPr>
          <p:cNvSpPr/>
          <p:nvPr/>
        </p:nvSpPr>
        <p:spPr>
          <a:xfrm>
            <a:off x="5001768" y="2725901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CD7364E6-91BA-D161-CD9F-C8F9787CC258}"/>
              </a:ext>
            </a:extLst>
          </p:cNvPr>
          <p:cNvSpPr/>
          <p:nvPr/>
        </p:nvSpPr>
        <p:spPr>
          <a:xfrm>
            <a:off x="7086600" y="1981407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31548DEB-027D-C5C6-A0F8-220F891D8556}"/>
              </a:ext>
            </a:extLst>
          </p:cNvPr>
          <p:cNvSpPr/>
          <p:nvPr/>
        </p:nvSpPr>
        <p:spPr>
          <a:xfrm>
            <a:off x="7086600" y="274950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873C596C-4AE6-A1C5-73DD-8F1690F63A44}"/>
              </a:ext>
            </a:extLst>
          </p:cNvPr>
          <p:cNvSpPr/>
          <p:nvPr/>
        </p:nvSpPr>
        <p:spPr>
          <a:xfrm>
            <a:off x="667512" y="437571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69E0B0D-83B4-8EFA-D4F7-2D63A3F07FA6}"/>
              </a:ext>
            </a:extLst>
          </p:cNvPr>
          <p:cNvSpPr/>
          <p:nvPr/>
        </p:nvSpPr>
        <p:spPr>
          <a:xfrm>
            <a:off x="667512" y="514381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BA338D9D-2A65-9794-72BC-E0157C796AE5}"/>
              </a:ext>
            </a:extLst>
          </p:cNvPr>
          <p:cNvSpPr/>
          <p:nvPr/>
        </p:nvSpPr>
        <p:spPr>
          <a:xfrm>
            <a:off x="667512" y="552785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5" name="Text 41">
            <a:extLst>
              <a:ext uri="{FF2B5EF4-FFF2-40B4-BE49-F238E27FC236}">
                <a16:creationId xmlns:a16="http://schemas.microsoft.com/office/drawing/2014/main" id="{362A8D3E-50BA-5DF8-0838-414CA6960DDD}"/>
              </a:ext>
            </a:extLst>
          </p:cNvPr>
          <p:cNvSpPr/>
          <p:nvPr/>
        </p:nvSpPr>
        <p:spPr>
          <a:xfrm>
            <a:off x="7086600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3D035732-123F-B670-5A2D-44CF1670B62F}"/>
              </a:ext>
            </a:extLst>
          </p:cNvPr>
          <p:cNvSpPr/>
          <p:nvPr/>
        </p:nvSpPr>
        <p:spPr>
          <a:xfrm>
            <a:off x="7086600" y="4782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9" name="Text 45">
            <a:extLst>
              <a:ext uri="{FF2B5EF4-FFF2-40B4-BE49-F238E27FC236}">
                <a16:creationId xmlns:a16="http://schemas.microsoft.com/office/drawing/2014/main" id="{2D68248F-6C88-7365-493C-D629FA7E52A5}"/>
              </a:ext>
            </a:extLst>
          </p:cNvPr>
          <p:cNvSpPr/>
          <p:nvPr/>
        </p:nvSpPr>
        <p:spPr>
          <a:xfrm>
            <a:off x="7086600" y="5166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1" name="Text 47">
            <a:extLst>
              <a:ext uri="{FF2B5EF4-FFF2-40B4-BE49-F238E27FC236}">
                <a16:creationId xmlns:a16="http://schemas.microsoft.com/office/drawing/2014/main" id="{96883ABE-A470-7DC9-99C8-5D31F4F93BFC}"/>
              </a:ext>
            </a:extLst>
          </p:cNvPr>
          <p:cNvSpPr/>
          <p:nvPr/>
        </p:nvSpPr>
        <p:spPr>
          <a:xfrm>
            <a:off x="7086600" y="5550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6" name="Text 10">
            <a:extLst>
              <a:ext uri="{FF2B5EF4-FFF2-40B4-BE49-F238E27FC236}">
                <a16:creationId xmlns:a16="http://schemas.microsoft.com/office/drawing/2014/main" id="{C65E6A05-5656-DD6C-15D0-FA3ECED811D0}"/>
              </a:ext>
            </a:extLst>
          </p:cNvPr>
          <p:cNvSpPr/>
          <p:nvPr/>
        </p:nvSpPr>
        <p:spPr>
          <a:xfrm>
            <a:off x="975521" y="17113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74891-1D03-21A6-CCCA-A5897EB532B9}"/>
              </a:ext>
            </a:extLst>
          </p:cNvPr>
          <p:cNvSpPr txBox="1"/>
          <p:nvPr/>
        </p:nvSpPr>
        <p:spPr>
          <a:xfrm>
            <a:off x="344882" y="1442363"/>
            <a:ext cx="11502236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C / C++:	Developed problem-solving and programming fundamentals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Java / Python: Helped in understanding object-oriented programming and logic building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Web Development:  Used to design the user interface and frontend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DBMS: Applied to design database, ER diagram, and relationships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.NET: Helped in understanding application development and backend concepts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Android Programming:  Gained knowledge of user interface design and mobile-based systems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• Overall Learning: Improved logical thinking, debugging, and system design skills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27ED8-2EB3-AF63-A966-398C23CEC0D2}"/>
              </a:ext>
            </a:extLst>
          </p:cNvPr>
          <p:cNvSpPr txBox="1"/>
          <p:nvPr/>
        </p:nvSpPr>
        <p:spPr>
          <a:xfrm>
            <a:off x="1252031" y="259377"/>
            <a:ext cx="258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Outcomes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C7A0A-164F-934B-B5E6-986CD27F7800}"/>
              </a:ext>
            </a:extLst>
          </p:cNvPr>
          <p:cNvSpPr txBox="1"/>
          <p:nvPr/>
        </p:nvSpPr>
        <p:spPr>
          <a:xfrm>
            <a:off x="-343966" y="266125"/>
            <a:ext cx="2446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796642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E47D3D-E30F-DCB9-366D-F793F0E62C32}"/>
              </a:ext>
            </a:extLst>
          </p:cNvPr>
          <p:cNvSpPr/>
          <p:nvPr/>
        </p:nvSpPr>
        <p:spPr>
          <a:xfrm>
            <a:off x="495300" y="330200"/>
            <a:ext cx="11290300" cy="60198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/>
              <a:t>Thank You</a:t>
            </a:r>
            <a:endParaRPr lang="en-IN" sz="13800" dirty="0"/>
          </a:p>
        </p:txBody>
      </p:sp>
    </p:spTree>
    <p:extLst>
      <p:ext uri="{BB962C8B-B14F-4D97-AF65-F5344CB8AC3E}">
        <p14:creationId xmlns:p14="http://schemas.microsoft.com/office/powerpoint/2010/main" val="1760513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</TotalTime>
  <Words>2216</Words>
  <Application>Microsoft Office PowerPoint</Application>
  <PresentationFormat>Widescreen</PresentationFormat>
  <Paragraphs>590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 Narrow</vt:lpstr>
      <vt:lpstr>Berlin Sans FB Demi</vt:lpstr>
      <vt:lpstr>Calibri</vt:lpstr>
      <vt:lpstr>Calibri Light</vt:lpstr>
      <vt:lpstr>Castellar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creator>thinkpad</dc:creator>
  <cp:lastModifiedBy>thinkpad</cp:lastModifiedBy>
  <cp:revision>13</cp:revision>
  <dcterms:created xsi:type="dcterms:W3CDTF">2026-05-16T16:58:44Z</dcterms:created>
  <dcterms:modified xsi:type="dcterms:W3CDTF">2026-05-17T21:20:38Z</dcterms:modified>
</cp:coreProperties>
</file>